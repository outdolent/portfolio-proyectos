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4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S" dirty="0"/>
              <a:t>Hábitat / </a:t>
            </a:r>
            <a:r>
              <a:rPr lang="es-ES" dirty="0" err="1"/>
              <a:t>Source</a:t>
            </a:r>
            <a:endParaRPr lang="es-E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4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comestible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bosque</c:v>
                </c:pt>
                <c:pt idx="1">
                  <c:v>pastizal</c:v>
                </c:pt>
                <c:pt idx="2">
                  <c:v>senderos</c:v>
                </c:pt>
                <c:pt idx="3">
                  <c:v>hojarasca</c:v>
                </c:pt>
                <c:pt idx="4">
                  <c:v>urbano</c:v>
                </c:pt>
                <c:pt idx="5">
                  <c:v>prado</c:v>
                </c:pt>
                <c:pt idx="6">
                  <c:v>residuos</c:v>
                </c:pt>
              </c:strCache>
            </c:strRef>
          </c:cat>
          <c:val>
            <c:numRef>
              <c:f>Hoja1!$B$2:$B$8</c:f>
              <c:numCache>
                <c:formatCode>General</c:formatCode>
                <c:ptCount val="7"/>
                <c:pt idx="0">
                  <c:v>1880</c:v>
                </c:pt>
                <c:pt idx="1">
                  <c:v>1408</c:v>
                </c:pt>
                <c:pt idx="2">
                  <c:v>136</c:v>
                </c:pt>
                <c:pt idx="3">
                  <c:v>240</c:v>
                </c:pt>
                <c:pt idx="4">
                  <c:v>96</c:v>
                </c:pt>
                <c:pt idx="5">
                  <c:v>256</c:v>
                </c:pt>
                <c:pt idx="6">
                  <c:v>192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D5C-4648-9BE7-915B5F533F7A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venenoso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Hoja1!$A$2:$A$8</c:f>
              <c:strCache>
                <c:ptCount val="7"/>
                <c:pt idx="0">
                  <c:v>bosque</c:v>
                </c:pt>
                <c:pt idx="1">
                  <c:v>pastizal</c:v>
                </c:pt>
                <c:pt idx="2">
                  <c:v>senderos</c:v>
                </c:pt>
                <c:pt idx="3">
                  <c:v>hojarasca</c:v>
                </c:pt>
                <c:pt idx="4">
                  <c:v>urbano</c:v>
                </c:pt>
                <c:pt idx="5">
                  <c:v>prado</c:v>
                </c:pt>
                <c:pt idx="6">
                  <c:v>residuos</c:v>
                </c:pt>
              </c:strCache>
            </c:strRef>
          </c:cat>
          <c:val>
            <c:numRef>
              <c:f>Hoja1!$C$2:$C$8</c:f>
              <c:numCache>
                <c:formatCode>General</c:formatCode>
                <c:ptCount val="7"/>
                <c:pt idx="0">
                  <c:v>1268</c:v>
                </c:pt>
                <c:pt idx="1">
                  <c:v>740</c:v>
                </c:pt>
                <c:pt idx="2">
                  <c:v>1008</c:v>
                </c:pt>
                <c:pt idx="3">
                  <c:v>592</c:v>
                </c:pt>
                <c:pt idx="4">
                  <c:v>272</c:v>
                </c:pt>
                <c:pt idx="5">
                  <c:v>36</c:v>
                </c:pt>
                <c:pt idx="6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ED5C-4648-9BE7-915B5F533F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overlap val="100"/>
        <c:axId val="1678815631"/>
        <c:axId val="1002800336"/>
      </c:barChart>
      <c:catAx>
        <c:axId val="167881563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002800336"/>
        <c:crosses val="autoZero"/>
        <c:auto val="1"/>
        <c:lblAlgn val="ctr"/>
        <c:lblOffset val="100"/>
        <c:noMultiLvlLbl val="0"/>
      </c:catAx>
      <c:valAx>
        <c:axId val="10028003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67881563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200"/>
      </a:pPr>
      <a:endParaRPr lang="es-E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en-US" sz="1862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65000"/>
                    <a:lumOff val="35000"/>
                  </a:prstClr>
                </a:solidFill>
                <a:effectLst/>
                <a:uLnTx/>
                <a:uFillTx/>
                <a:latin typeface="Neue Haas Grotesk Text Pro"/>
              </a:rPr>
              <a:t>Olor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Hoja1!$B$1</c:f>
              <c:strCache>
                <c:ptCount val="1"/>
                <c:pt idx="0">
                  <c:v>comestible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Hoja1!$A$2:$A$10</c:f>
              <c:strCache>
                <c:ptCount val="9"/>
                <c:pt idx="0">
                  <c:v>ninguno</c:v>
                </c:pt>
                <c:pt idx="1">
                  <c:v>fétido</c:v>
                </c:pt>
                <c:pt idx="2">
                  <c:v>pescado</c:v>
                </c:pt>
                <c:pt idx="3">
                  <c:v>picante_fuerte</c:v>
                </c:pt>
                <c:pt idx="4">
                  <c:v>almendra</c:v>
                </c:pt>
                <c:pt idx="5">
                  <c:v>anís</c:v>
                </c:pt>
                <c:pt idx="6">
                  <c:v>picante</c:v>
                </c:pt>
                <c:pt idx="7">
                  <c:v>creosota</c:v>
                </c:pt>
                <c:pt idx="8">
                  <c:v>moho</c:v>
                </c:pt>
              </c:strCache>
            </c:strRef>
          </c:cat>
          <c:val>
            <c:numRef>
              <c:f>Hoja1!$B$2:$B$10</c:f>
              <c:numCache>
                <c:formatCode>General</c:formatCode>
                <c:ptCount val="9"/>
                <c:pt idx="0">
                  <c:v>3408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400</c:v>
                </c:pt>
                <c:pt idx="5">
                  <c:v>400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28-4682-9140-9B37D219F09E}"/>
            </c:ext>
          </c:extLst>
        </c:ser>
        <c:ser>
          <c:idx val="1"/>
          <c:order val="1"/>
          <c:tx>
            <c:strRef>
              <c:f>Hoja1!$C$1</c:f>
              <c:strCache>
                <c:ptCount val="1"/>
                <c:pt idx="0">
                  <c:v>venenoso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Hoja1!$A$2:$A$10</c:f>
              <c:strCache>
                <c:ptCount val="9"/>
                <c:pt idx="0">
                  <c:v>ninguno</c:v>
                </c:pt>
                <c:pt idx="1">
                  <c:v>fétido</c:v>
                </c:pt>
                <c:pt idx="2">
                  <c:v>pescado</c:v>
                </c:pt>
                <c:pt idx="3">
                  <c:v>picante_fuerte</c:v>
                </c:pt>
                <c:pt idx="4">
                  <c:v>almendra</c:v>
                </c:pt>
                <c:pt idx="5">
                  <c:v>anís</c:v>
                </c:pt>
                <c:pt idx="6">
                  <c:v>picante</c:v>
                </c:pt>
                <c:pt idx="7">
                  <c:v>creosota</c:v>
                </c:pt>
                <c:pt idx="8">
                  <c:v>moho</c:v>
                </c:pt>
              </c:strCache>
            </c:strRef>
          </c:cat>
          <c:val>
            <c:numRef>
              <c:f>Hoja1!$C$2:$C$10</c:f>
              <c:numCache>
                <c:formatCode>General</c:formatCode>
                <c:ptCount val="9"/>
                <c:pt idx="0">
                  <c:v>120</c:v>
                </c:pt>
                <c:pt idx="1">
                  <c:v>2160</c:v>
                </c:pt>
                <c:pt idx="2">
                  <c:v>576</c:v>
                </c:pt>
                <c:pt idx="3">
                  <c:v>576</c:v>
                </c:pt>
                <c:pt idx="4">
                  <c:v>0</c:v>
                </c:pt>
                <c:pt idx="5">
                  <c:v>0</c:v>
                </c:pt>
                <c:pt idx="6">
                  <c:v>256</c:v>
                </c:pt>
                <c:pt idx="7">
                  <c:v>192</c:v>
                </c:pt>
                <c:pt idx="8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C28-4682-9140-9B37D219F0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100"/>
        <c:axId val="1540478591"/>
        <c:axId val="1261166672"/>
      </c:barChart>
      <c:catAx>
        <c:axId val="154047859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261166672"/>
        <c:crosses val="autoZero"/>
        <c:auto val="1"/>
        <c:lblAlgn val="ctr"/>
        <c:lblOffset val="100"/>
        <c:noMultiLvlLbl val="0"/>
      </c:catAx>
      <c:valAx>
        <c:axId val="12611666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ES"/>
          </a:p>
        </c:txPr>
        <c:crossAx val="154047859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E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s-E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2EDDD6C-7CB9-4B33-A1F6-77C57592EF90}" type="doc">
      <dgm:prSet loTypeId="urn:microsoft.com/office/officeart/2005/8/layout/hierarchy1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s-ES"/>
        </a:p>
      </dgm:t>
    </dgm:pt>
    <dgm:pt modelId="{DA7C4504-ADB6-461B-87C1-DE08FA8B19A8}">
      <dgm:prSet phldrT="[Texto]" phldr="0"/>
      <dgm:spPr/>
      <dgm:t>
        <a:bodyPr/>
        <a:lstStyle/>
        <a:p>
          <a:r>
            <a:rPr lang="es-CL" dirty="0"/>
            <a:t>¿Tiene olor?</a:t>
          </a:r>
          <a:endParaRPr lang="es-ES" dirty="0"/>
        </a:p>
      </dgm:t>
    </dgm:pt>
    <dgm:pt modelId="{C5622136-180C-4B56-B9C4-80BD93906D91}" type="parTrans" cxnId="{EB09C261-DF51-4D76-B155-DB7C0D2D566D}">
      <dgm:prSet/>
      <dgm:spPr/>
      <dgm:t>
        <a:bodyPr/>
        <a:lstStyle/>
        <a:p>
          <a:endParaRPr lang="es-ES"/>
        </a:p>
      </dgm:t>
    </dgm:pt>
    <dgm:pt modelId="{18EF5F9C-5A24-4F5A-A8C9-7BD721469ECE}" type="sibTrans" cxnId="{EB09C261-DF51-4D76-B155-DB7C0D2D566D}">
      <dgm:prSet/>
      <dgm:spPr/>
      <dgm:t>
        <a:bodyPr/>
        <a:lstStyle/>
        <a:p>
          <a:endParaRPr lang="es-ES"/>
        </a:p>
      </dgm:t>
    </dgm:pt>
    <dgm:pt modelId="{8195F454-1C97-4715-9C46-0F37F95A9A21}">
      <dgm:prSet phldrT="[Texto]" phldr="0"/>
      <dgm:spPr/>
      <dgm:t>
        <a:bodyPr/>
        <a:lstStyle/>
        <a:p>
          <a:r>
            <a:rPr lang="es-CL" dirty="0"/>
            <a:t>¿Raíz pie casa?</a:t>
          </a:r>
          <a:endParaRPr lang="es-ES" dirty="0"/>
        </a:p>
      </dgm:t>
    </dgm:pt>
    <dgm:pt modelId="{915F4863-C686-4E6B-9B00-69E1DCBF6409}" type="parTrans" cxnId="{612FC1B6-2BFB-4B2A-BAB0-C4EB82A0C9C6}">
      <dgm:prSet/>
      <dgm:spPr/>
      <dgm:t>
        <a:bodyPr/>
        <a:lstStyle/>
        <a:p>
          <a:endParaRPr lang="es-ES"/>
        </a:p>
      </dgm:t>
    </dgm:pt>
    <dgm:pt modelId="{55641C88-D593-41DD-AD0E-DDADD7A99AC2}" type="sibTrans" cxnId="{612FC1B6-2BFB-4B2A-BAB0-C4EB82A0C9C6}">
      <dgm:prSet/>
      <dgm:spPr/>
      <dgm:t>
        <a:bodyPr/>
        <a:lstStyle/>
        <a:p>
          <a:endParaRPr lang="es-ES"/>
        </a:p>
      </dgm:t>
    </dgm:pt>
    <dgm:pt modelId="{C9017CA4-00AE-4B17-A0C6-1D8617BF02C1}">
      <dgm:prSet phldrT="[Texto]" phldr="0"/>
      <dgm:spPr/>
      <dgm:t>
        <a:bodyPr/>
        <a:lstStyle/>
        <a:p>
          <a:r>
            <a:rPr lang="es-CL" dirty="0"/>
            <a:t>¿Raíz pie enraizada?</a:t>
          </a:r>
          <a:endParaRPr lang="es-ES" dirty="0"/>
        </a:p>
      </dgm:t>
    </dgm:pt>
    <dgm:pt modelId="{5C5C48CD-E400-4573-9D60-0B4FC2713D74}" type="parTrans" cxnId="{3DD40224-3111-4FBA-868F-E0D3E243BF6D}">
      <dgm:prSet/>
      <dgm:spPr/>
      <dgm:t>
        <a:bodyPr/>
        <a:lstStyle/>
        <a:p>
          <a:endParaRPr lang="es-ES"/>
        </a:p>
      </dgm:t>
    </dgm:pt>
    <dgm:pt modelId="{120DAC6D-964E-47BC-A0C8-6B076286B53A}" type="sibTrans" cxnId="{3DD40224-3111-4FBA-868F-E0D3E243BF6D}">
      <dgm:prSet/>
      <dgm:spPr/>
      <dgm:t>
        <a:bodyPr/>
        <a:lstStyle/>
        <a:p>
          <a:endParaRPr lang="es-ES"/>
        </a:p>
      </dgm:t>
    </dgm:pt>
    <dgm:pt modelId="{12CE7ED8-8510-4DDF-A8A3-16CA10343D21}">
      <dgm:prSet phldrT="[Texto]" phldr="0"/>
      <dgm:spPr/>
      <dgm:t>
        <a:bodyPr/>
        <a:lstStyle/>
        <a:p>
          <a:r>
            <a:rPr lang="es-CL" dirty="0"/>
            <a:t>¿Superficie bajo anillo suave?</a:t>
          </a:r>
          <a:endParaRPr lang="es-ES" dirty="0"/>
        </a:p>
      </dgm:t>
    </dgm:pt>
    <dgm:pt modelId="{A9B92022-C67A-4E86-A5DF-1DE1ECB279EF}" type="parTrans" cxnId="{9AF6CC8B-4C45-4BBA-B5BB-F7F9E5B57FCD}">
      <dgm:prSet/>
      <dgm:spPr/>
      <dgm:t>
        <a:bodyPr/>
        <a:lstStyle/>
        <a:p>
          <a:endParaRPr lang="es-ES"/>
        </a:p>
      </dgm:t>
    </dgm:pt>
    <dgm:pt modelId="{C7F4743C-9585-44F8-BD20-6384C8D13BA0}" type="sibTrans" cxnId="{9AF6CC8B-4C45-4BBA-B5BB-F7F9E5B57FCD}">
      <dgm:prSet/>
      <dgm:spPr/>
      <dgm:t>
        <a:bodyPr/>
        <a:lstStyle/>
        <a:p>
          <a:endParaRPr lang="es-ES"/>
        </a:p>
      </dgm:t>
    </dgm:pt>
    <dgm:pt modelId="{358B84DE-C4CB-43FF-B76A-52A66D997F4D}">
      <dgm:prSet phldrT="[Texto]" phldr="0"/>
      <dgm:spPr/>
      <dgm:t>
        <a:bodyPr/>
        <a:lstStyle/>
        <a:p>
          <a:r>
            <a:rPr lang="es-CL" dirty="0"/>
            <a:t>¿Color esporas verde?</a:t>
          </a:r>
          <a:endParaRPr lang="es-ES" dirty="0"/>
        </a:p>
      </dgm:t>
    </dgm:pt>
    <dgm:pt modelId="{A47F86AB-15B5-479E-A5CC-DE59CF88CB8C}" type="parTrans" cxnId="{8A3B217A-B77F-4C15-A9F3-3CDA6B8651BB}">
      <dgm:prSet/>
      <dgm:spPr/>
      <dgm:t>
        <a:bodyPr/>
        <a:lstStyle/>
        <a:p>
          <a:endParaRPr lang="es-ES"/>
        </a:p>
      </dgm:t>
    </dgm:pt>
    <dgm:pt modelId="{C686EB33-4B34-4D87-A679-62186B8A3755}" type="sibTrans" cxnId="{8A3B217A-B77F-4C15-A9F3-3CDA6B8651BB}">
      <dgm:prSet/>
      <dgm:spPr/>
      <dgm:t>
        <a:bodyPr/>
        <a:lstStyle/>
        <a:p>
          <a:endParaRPr lang="es-ES"/>
        </a:p>
      </dgm:t>
    </dgm:pt>
    <dgm:pt modelId="{5773EC4B-F5B7-44FA-96E6-4B227512EA51}">
      <dgm:prSet phldrT="[Texto]" phldr="0"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s-CL" dirty="0"/>
            <a:t>Venenoso: 61</a:t>
          </a:r>
          <a:endParaRPr lang="es-ES" dirty="0"/>
        </a:p>
      </dgm:t>
    </dgm:pt>
    <dgm:pt modelId="{12C4D432-44FC-4084-B70F-2B71FD52082D}" type="parTrans" cxnId="{C1F5F887-0FC2-4278-850A-66187D79CE24}">
      <dgm:prSet/>
      <dgm:spPr/>
      <dgm:t>
        <a:bodyPr/>
        <a:lstStyle/>
        <a:p>
          <a:endParaRPr lang="es-ES"/>
        </a:p>
      </dgm:t>
    </dgm:pt>
    <dgm:pt modelId="{CD791FDE-E11F-47A3-879D-8D63FBE9FB0B}" type="sibTrans" cxnId="{C1F5F887-0FC2-4278-850A-66187D79CE24}">
      <dgm:prSet/>
      <dgm:spPr/>
      <dgm:t>
        <a:bodyPr/>
        <a:lstStyle/>
        <a:p>
          <a:endParaRPr lang="es-ES"/>
        </a:p>
      </dgm:t>
    </dgm:pt>
    <dgm:pt modelId="{CAF2EE3F-B943-462E-86FF-6CADBF07BF0B}">
      <dgm:prSet phldrT="[Texto]" phldr="0"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s-CL" dirty="0"/>
            <a:t>Venenoso: 27</a:t>
          </a:r>
          <a:endParaRPr lang="es-ES" dirty="0"/>
        </a:p>
      </dgm:t>
    </dgm:pt>
    <dgm:pt modelId="{45AA3161-D920-4F7F-AD7B-1C463114CE77}" type="parTrans" cxnId="{8892F4D6-3CCA-4B28-8B4B-9E40D5306F0D}">
      <dgm:prSet/>
      <dgm:spPr/>
      <dgm:t>
        <a:bodyPr/>
        <a:lstStyle/>
        <a:p>
          <a:endParaRPr lang="es-ES"/>
        </a:p>
      </dgm:t>
    </dgm:pt>
    <dgm:pt modelId="{C8007205-1B28-40DE-9F5F-9657179C2B44}" type="sibTrans" cxnId="{8892F4D6-3CCA-4B28-8B4B-9E40D5306F0D}">
      <dgm:prSet/>
      <dgm:spPr/>
      <dgm:t>
        <a:bodyPr/>
        <a:lstStyle/>
        <a:p>
          <a:endParaRPr lang="es-ES"/>
        </a:p>
      </dgm:t>
    </dgm:pt>
    <dgm:pt modelId="{6CD03E83-61AB-4FD1-801D-D71EBE3CDB23}">
      <dgm:prSet phldrT="[Texto]" phldr="0"/>
      <dgm:spPr/>
      <dgm:t>
        <a:bodyPr/>
        <a:lstStyle/>
        <a:p>
          <a:r>
            <a:rPr lang="es-CL" dirty="0"/>
            <a:t>¿Superficie bajo anillo escamosa?</a:t>
          </a:r>
          <a:endParaRPr lang="es-ES" dirty="0"/>
        </a:p>
      </dgm:t>
    </dgm:pt>
    <dgm:pt modelId="{8444CF8F-909B-40BA-80FA-5BEA3B0435B7}" type="parTrans" cxnId="{48C94DA1-2CEC-40FD-AE5B-8DC369FC1B3E}">
      <dgm:prSet/>
      <dgm:spPr/>
      <dgm:t>
        <a:bodyPr/>
        <a:lstStyle/>
        <a:p>
          <a:endParaRPr lang="es-ES"/>
        </a:p>
      </dgm:t>
    </dgm:pt>
    <dgm:pt modelId="{9FD0F001-1B46-4CC8-94A4-B2BD17152842}" type="sibTrans" cxnId="{48C94DA1-2CEC-40FD-AE5B-8DC369FC1B3E}">
      <dgm:prSet/>
      <dgm:spPr/>
      <dgm:t>
        <a:bodyPr/>
        <a:lstStyle/>
        <a:p>
          <a:endParaRPr lang="es-ES"/>
        </a:p>
      </dgm:t>
    </dgm:pt>
    <dgm:pt modelId="{F5C9D5D7-FA9D-4C52-9698-9AF7C6771BCC}">
      <dgm:prSet phldrT="[Texto]" phldr="0"/>
      <dgm:spPr/>
      <dgm:t>
        <a:bodyPr/>
        <a:lstStyle/>
        <a:p>
          <a:r>
            <a:rPr lang="es-CL" dirty="0"/>
            <a:t>¿Tiene hematomas?</a:t>
          </a:r>
          <a:endParaRPr lang="es-ES" dirty="0"/>
        </a:p>
      </dgm:t>
    </dgm:pt>
    <dgm:pt modelId="{63616045-7A9D-491E-BC59-BAFD26D12A35}" type="parTrans" cxnId="{A7AF9E99-0207-4A72-AB2D-1742DC8DC639}">
      <dgm:prSet/>
      <dgm:spPr/>
      <dgm:t>
        <a:bodyPr/>
        <a:lstStyle/>
        <a:p>
          <a:endParaRPr lang="es-ES"/>
        </a:p>
      </dgm:t>
    </dgm:pt>
    <dgm:pt modelId="{8AF92541-4595-46F3-BE88-D4C305A88AF3}" type="sibTrans" cxnId="{A7AF9E99-0207-4A72-AB2D-1742DC8DC639}">
      <dgm:prSet/>
      <dgm:spPr/>
      <dgm:t>
        <a:bodyPr/>
        <a:lstStyle/>
        <a:p>
          <a:endParaRPr lang="es-ES"/>
        </a:p>
      </dgm:t>
    </dgm:pt>
    <dgm:pt modelId="{A691FB9B-A20D-4F6F-961F-82441FC0C538}">
      <dgm:prSet phldrT="[Texto]" phldr="0"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s-CL" dirty="0"/>
            <a:t>Venenoso: 5</a:t>
          </a:r>
          <a:endParaRPr lang="es-ES" dirty="0"/>
        </a:p>
      </dgm:t>
    </dgm:pt>
    <dgm:pt modelId="{A4B2D9A2-F851-4C66-880F-7897FFEE6AFD}" type="parTrans" cxnId="{12B53EB4-DF13-42B3-8A1E-EF538724B8AC}">
      <dgm:prSet/>
      <dgm:spPr/>
      <dgm:t>
        <a:bodyPr/>
        <a:lstStyle/>
        <a:p>
          <a:endParaRPr lang="es-ES"/>
        </a:p>
      </dgm:t>
    </dgm:pt>
    <dgm:pt modelId="{71FF615A-18AA-43E0-BF44-18FA67167BA8}" type="sibTrans" cxnId="{12B53EB4-DF13-42B3-8A1E-EF538724B8AC}">
      <dgm:prSet/>
      <dgm:spPr/>
      <dgm:t>
        <a:bodyPr/>
        <a:lstStyle/>
        <a:p>
          <a:endParaRPr lang="es-ES"/>
        </a:p>
      </dgm:t>
    </dgm:pt>
    <dgm:pt modelId="{6A9748D0-0D80-4020-91E9-AF937621944C}">
      <dgm:prSet phldrT="[Texto]" phldr="0"/>
      <dgm:spPr>
        <a:solidFill>
          <a:schemeClr val="accent1">
            <a:alpha val="90000"/>
          </a:schemeClr>
        </a:solidFill>
      </dgm:spPr>
      <dgm:t>
        <a:bodyPr/>
        <a:lstStyle/>
        <a:p>
          <a:r>
            <a:rPr lang="es-CL" dirty="0"/>
            <a:t>Comestible: 2717</a:t>
          </a:r>
          <a:endParaRPr lang="es-ES" dirty="0"/>
        </a:p>
      </dgm:t>
    </dgm:pt>
    <dgm:pt modelId="{E288F77A-EBF9-4F73-86C8-C956E6350F20}" type="parTrans" cxnId="{CBFA1321-D9A7-4052-8F32-76F78D04F05C}">
      <dgm:prSet/>
      <dgm:spPr/>
      <dgm:t>
        <a:bodyPr/>
        <a:lstStyle/>
        <a:p>
          <a:endParaRPr lang="es-ES"/>
        </a:p>
      </dgm:t>
    </dgm:pt>
    <dgm:pt modelId="{948F58E7-9705-4E63-8F07-108E8E117962}" type="sibTrans" cxnId="{CBFA1321-D9A7-4052-8F32-76F78D04F05C}">
      <dgm:prSet/>
      <dgm:spPr/>
      <dgm:t>
        <a:bodyPr/>
        <a:lstStyle/>
        <a:p>
          <a:endParaRPr lang="es-ES"/>
        </a:p>
      </dgm:t>
    </dgm:pt>
    <dgm:pt modelId="{093016F6-7573-40ED-864F-4AC3BE5A2D9C}">
      <dgm:prSet phldrT="[Texto]" phldr="0"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s-CL" dirty="0"/>
            <a:t>Venenoso: 3009</a:t>
          </a:r>
          <a:endParaRPr lang="es-ES" dirty="0"/>
        </a:p>
      </dgm:t>
    </dgm:pt>
    <dgm:pt modelId="{BCD5EF38-ED85-4A07-8DCD-BE0C62CA11E4}" type="parTrans" cxnId="{4E96C453-8093-4DA5-8E93-F7FDCBB052F2}">
      <dgm:prSet/>
      <dgm:spPr/>
      <dgm:t>
        <a:bodyPr/>
        <a:lstStyle/>
        <a:p>
          <a:endParaRPr lang="es-ES"/>
        </a:p>
      </dgm:t>
    </dgm:pt>
    <dgm:pt modelId="{C158C987-0C8E-4869-B2B0-927F78048FD6}" type="sibTrans" cxnId="{4E96C453-8093-4DA5-8E93-F7FDCBB052F2}">
      <dgm:prSet/>
      <dgm:spPr/>
      <dgm:t>
        <a:bodyPr/>
        <a:lstStyle/>
        <a:p>
          <a:endParaRPr lang="es-ES"/>
        </a:p>
      </dgm:t>
    </dgm:pt>
    <dgm:pt modelId="{83314F73-98A2-4DE3-B732-303D3462E99A}">
      <dgm:prSet phldrT="[Texto]" phldr="0"/>
      <dgm:spPr>
        <a:solidFill>
          <a:schemeClr val="accent1">
            <a:alpha val="90000"/>
          </a:schemeClr>
        </a:solidFill>
      </dgm:spPr>
      <dgm:t>
        <a:bodyPr/>
        <a:lstStyle/>
        <a:p>
          <a:r>
            <a:rPr lang="es-CL" dirty="0"/>
            <a:t>Comestible: 152</a:t>
          </a:r>
          <a:endParaRPr lang="es-ES" dirty="0"/>
        </a:p>
      </dgm:t>
    </dgm:pt>
    <dgm:pt modelId="{B7EF5DCC-77F8-41A9-9394-E5735083C7D9}" type="parTrans" cxnId="{11AF82C7-3C97-48E3-B688-0A8E50C48206}">
      <dgm:prSet/>
      <dgm:spPr/>
      <dgm:t>
        <a:bodyPr/>
        <a:lstStyle/>
        <a:p>
          <a:endParaRPr lang="es-ES"/>
        </a:p>
      </dgm:t>
    </dgm:pt>
    <dgm:pt modelId="{B09071A5-FB6A-42AF-BC3E-408DD5E6E75F}" type="sibTrans" cxnId="{11AF82C7-3C97-48E3-B688-0A8E50C48206}">
      <dgm:prSet/>
      <dgm:spPr/>
      <dgm:t>
        <a:bodyPr/>
        <a:lstStyle/>
        <a:p>
          <a:endParaRPr lang="es-ES"/>
        </a:p>
      </dgm:t>
    </dgm:pt>
    <dgm:pt modelId="{05984EDF-448B-4111-93A3-96649022EC58}">
      <dgm:prSet phldrT="[Texto]" phldr="0"/>
      <dgm:spPr/>
      <dgm:t>
        <a:bodyPr/>
        <a:lstStyle/>
        <a:p>
          <a:r>
            <a:rPr lang="es-CL" dirty="0"/>
            <a:t>¿Color pie sobre anillo marrón?</a:t>
          </a:r>
          <a:endParaRPr lang="es-ES" dirty="0"/>
        </a:p>
      </dgm:t>
    </dgm:pt>
    <dgm:pt modelId="{8826CDB7-F2A2-4FE6-9F66-0105699F98C8}" type="parTrans" cxnId="{86CDAA1C-0943-4E27-A255-50617F9065D4}">
      <dgm:prSet/>
      <dgm:spPr/>
      <dgm:t>
        <a:bodyPr/>
        <a:lstStyle/>
        <a:p>
          <a:endParaRPr lang="es-ES"/>
        </a:p>
      </dgm:t>
    </dgm:pt>
    <dgm:pt modelId="{970A87FF-C4E4-426E-9B73-6C35370C61C0}" type="sibTrans" cxnId="{86CDAA1C-0943-4E27-A255-50617F9065D4}">
      <dgm:prSet/>
      <dgm:spPr/>
      <dgm:t>
        <a:bodyPr/>
        <a:lstStyle/>
        <a:p>
          <a:endParaRPr lang="es-ES"/>
        </a:p>
      </dgm:t>
    </dgm:pt>
    <dgm:pt modelId="{EF357A9A-AA2D-4B31-834D-F52F92B58D34}">
      <dgm:prSet phldrT="[Texto]" phldr="0"/>
      <dgm:spPr>
        <a:solidFill>
          <a:schemeClr val="accent5">
            <a:alpha val="90000"/>
          </a:schemeClr>
        </a:solidFill>
      </dgm:spPr>
      <dgm:t>
        <a:bodyPr/>
        <a:lstStyle/>
        <a:p>
          <a:r>
            <a:rPr lang="es-CL" dirty="0"/>
            <a:t>Venenoso: 31</a:t>
          </a:r>
          <a:endParaRPr lang="es-ES" dirty="0"/>
        </a:p>
      </dgm:t>
    </dgm:pt>
    <dgm:pt modelId="{1BCECCB2-6903-4FDD-B788-DA60EB9D99EE}" type="parTrans" cxnId="{F9623BDD-38E6-472F-A056-527379D8F372}">
      <dgm:prSet/>
      <dgm:spPr/>
      <dgm:t>
        <a:bodyPr/>
        <a:lstStyle/>
        <a:p>
          <a:endParaRPr lang="es-ES"/>
        </a:p>
      </dgm:t>
    </dgm:pt>
    <dgm:pt modelId="{F8ACAF5B-723D-48EE-92D2-1F26AD42B1A5}" type="sibTrans" cxnId="{F9623BDD-38E6-472F-A056-527379D8F372}">
      <dgm:prSet/>
      <dgm:spPr/>
      <dgm:t>
        <a:bodyPr/>
        <a:lstStyle/>
        <a:p>
          <a:endParaRPr lang="es-ES"/>
        </a:p>
      </dgm:t>
    </dgm:pt>
    <dgm:pt modelId="{C75718E2-990B-4470-8E68-3E4314D5DCB8}">
      <dgm:prSet phldrT="[Texto]" phldr="0"/>
      <dgm:spPr>
        <a:solidFill>
          <a:schemeClr val="accent6">
            <a:alpha val="90000"/>
          </a:schemeClr>
        </a:solidFill>
      </dgm:spPr>
      <dgm:t>
        <a:bodyPr/>
        <a:lstStyle/>
        <a:p>
          <a:r>
            <a:rPr lang="es-CL" dirty="0"/>
            <a:t>Comestible: 12</a:t>
          </a:r>
          <a:endParaRPr lang="es-ES" dirty="0"/>
        </a:p>
      </dgm:t>
    </dgm:pt>
    <dgm:pt modelId="{8E04A5EF-3222-4B95-9D52-AA184CECA480}" type="parTrans" cxnId="{8753BB3B-BA4F-4D24-903A-EED39A38FE42}">
      <dgm:prSet/>
      <dgm:spPr/>
      <dgm:t>
        <a:bodyPr/>
        <a:lstStyle/>
        <a:p>
          <a:endParaRPr lang="es-ES"/>
        </a:p>
      </dgm:t>
    </dgm:pt>
    <dgm:pt modelId="{8C618CD0-49CE-41A9-9E97-03B1404A1111}" type="sibTrans" cxnId="{8753BB3B-BA4F-4D24-903A-EED39A38FE42}">
      <dgm:prSet/>
      <dgm:spPr/>
      <dgm:t>
        <a:bodyPr/>
        <a:lstStyle/>
        <a:p>
          <a:endParaRPr lang="es-ES"/>
        </a:p>
      </dgm:t>
    </dgm:pt>
    <dgm:pt modelId="{75DD5CC9-A4A9-4428-BC0E-921B6C6CF92E}">
      <dgm:prSet phldrT="[Texto]" phldr="0"/>
      <dgm:spPr>
        <a:solidFill>
          <a:schemeClr val="accent1">
            <a:alpha val="90000"/>
          </a:schemeClr>
        </a:solidFill>
      </dgm:spPr>
      <dgm:t>
        <a:bodyPr/>
        <a:lstStyle/>
        <a:p>
          <a:r>
            <a:rPr lang="es-CL" dirty="0"/>
            <a:t>Comestible: 411</a:t>
          </a:r>
          <a:endParaRPr lang="es-ES" dirty="0"/>
        </a:p>
      </dgm:t>
    </dgm:pt>
    <dgm:pt modelId="{DA9E23AE-7A58-4E4C-AD0A-A8CF442C9194}" type="parTrans" cxnId="{7F58250B-2A35-4876-B806-0B98C95C6457}">
      <dgm:prSet/>
      <dgm:spPr/>
      <dgm:t>
        <a:bodyPr/>
        <a:lstStyle/>
        <a:p>
          <a:endParaRPr lang="es-ES"/>
        </a:p>
      </dgm:t>
    </dgm:pt>
    <dgm:pt modelId="{F1567155-84F4-4250-A79C-1F6391F0551C}" type="sibTrans" cxnId="{7F58250B-2A35-4876-B806-0B98C95C6457}">
      <dgm:prSet/>
      <dgm:spPr/>
      <dgm:t>
        <a:bodyPr/>
        <a:lstStyle/>
        <a:p>
          <a:endParaRPr lang="es-ES"/>
        </a:p>
      </dgm:t>
    </dgm:pt>
    <dgm:pt modelId="{43CD9C7F-1D7B-4303-8F8E-A1572D73A7EF}">
      <dgm:prSet phldrT="[Texto]" phldr="0"/>
      <dgm:spPr>
        <a:solidFill>
          <a:schemeClr val="accent6">
            <a:alpha val="90000"/>
          </a:schemeClr>
        </a:solidFill>
      </dgm:spPr>
      <dgm:t>
        <a:bodyPr/>
        <a:lstStyle/>
        <a:p>
          <a:r>
            <a:rPr lang="es-CL" dirty="0"/>
            <a:t>Comestible: 74</a:t>
          </a:r>
          <a:endParaRPr lang="es-ES" dirty="0"/>
        </a:p>
      </dgm:t>
    </dgm:pt>
    <dgm:pt modelId="{FAB404A0-4FA0-4092-8D6A-F5F20C33209E}" type="parTrans" cxnId="{5FD6E342-F1FC-43AC-B585-00495CBC6734}">
      <dgm:prSet/>
      <dgm:spPr/>
      <dgm:t>
        <a:bodyPr/>
        <a:lstStyle/>
        <a:p>
          <a:endParaRPr lang="es-ES"/>
        </a:p>
      </dgm:t>
    </dgm:pt>
    <dgm:pt modelId="{54EE8C66-C43D-42F7-819E-CB68F2915720}" type="sibTrans" cxnId="{5FD6E342-F1FC-43AC-B585-00495CBC6734}">
      <dgm:prSet/>
      <dgm:spPr/>
      <dgm:t>
        <a:bodyPr/>
        <a:lstStyle/>
        <a:p>
          <a:endParaRPr lang="es-ES"/>
        </a:p>
      </dgm:t>
    </dgm:pt>
    <dgm:pt modelId="{82FB659A-C04B-4332-B05F-86C54CDD83DB}" type="pres">
      <dgm:prSet presAssocID="{02EDDD6C-7CB9-4B33-A1F6-77C57592EF9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8F00D2F-FB03-4627-8675-CE369D005FD8}" type="pres">
      <dgm:prSet presAssocID="{DA7C4504-ADB6-461B-87C1-DE08FA8B19A8}" presName="hierRoot1" presStyleCnt="0"/>
      <dgm:spPr/>
    </dgm:pt>
    <dgm:pt modelId="{36F4017A-9466-44A9-B20D-F25C16630959}" type="pres">
      <dgm:prSet presAssocID="{DA7C4504-ADB6-461B-87C1-DE08FA8B19A8}" presName="composite" presStyleCnt="0"/>
      <dgm:spPr/>
    </dgm:pt>
    <dgm:pt modelId="{5DD50387-762F-4141-BDC5-9BF0505CBE4F}" type="pres">
      <dgm:prSet presAssocID="{DA7C4504-ADB6-461B-87C1-DE08FA8B19A8}" presName="background" presStyleLbl="node0" presStyleIdx="0" presStyleCnt="1"/>
      <dgm:spPr/>
    </dgm:pt>
    <dgm:pt modelId="{0166E10A-8CB6-4368-BE39-BD3F23E70B2E}" type="pres">
      <dgm:prSet presAssocID="{DA7C4504-ADB6-461B-87C1-DE08FA8B19A8}" presName="text" presStyleLbl="fgAcc0" presStyleIdx="0" presStyleCnt="1">
        <dgm:presLayoutVars>
          <dgm:chPref val="3"/>
        </dgm:presLayoutVars>
      </dgm:prSet>
      <dgm:spPr/>
    </dgm:pt>
    <dgm:pt modelId="{7ACD8371-93A5-463D-878D-E9F39E3DAD62}" type="pres">
      <dgm:prSet presAssocID="{DA7C4504-ADB6-461B-87C1-DE08FA8B19A8}" presName="hierChild2" presStyleCnt="0"/>
      <dgm:spPr/>
    </dgm:pt>
    <dgm:pt modelId="{AC2FCC87-55DB-4DF0-ACA3-FDCAB923E2F9}" type="pres">
      <dgm:prSet presAssocID="{915F4863-C686-4E6B-9B00-69E1DCBF6409}" presName="Name10" presStyleLbl="parChTrans1D2" presStyleIdx="0" presStyleCnt="2"/>
      <dgm:spPr/>
    </dgm:pt>
    <dgm:pt modelId="{DA09A237-A1AB-4701-8EB7-6D0A2DABEB3D}" type="pres">
      <dgm:prSet presAssocID="{8195F454-1C97-4715-9C46-0F37F95A9A21}" presName="hierRoot2" presStyleCnt="0"/>
      <dgm:spPr/>
    </dgm:pt>
    <dgm:pt modelId="{F812F913-149C-4310-A747-5154DAB0F87E}" type="pres">
      <dgm:prSet presAssocID="{8195F454-1C97-4715-9C46-0F37F95A9A21}" presName="composite2" presStyleCnt="0"/>
      <dgm:spPr/>
    </dgm:pt>
    <dgm:pt modelId="{3DEE1012-75CE-47D4-BF57-5844BCB47B63}" type="pres">
      <dgm:prSet presAssocID="{8195F454-1C97-4715-9C46-0F37F95A9A21}" presName="background2" presStyleLbl="node2" presStyleIdx="0" presStyleCnt="2"/>
      <dgm:spPr/>
    </dgm:pt>
    <dgm:pt modelId="{D76DB0DC-3A80-4F4E-89BE-C107F526A9E4}" type="pres">
      <dgm:prSet presAssocID="{8195F454-1C97-4715-9C46-0F37F95A9A21}" presName="text2" presStyleLbl="fgAcc2" presStyleIdx="0" presStyleCnt="2">
        <dgm:presLayoutVars>
          <dgm:chPref val="3"/>
        </dgm:presLayoutVars>
      </dgm:prSet>
      <dgm:spPr/>
    </dgm:pt>
    <dgm:pt modelId="{908D9A9E-CC52-46D9-99E1-D8B1FE09DF76}" type="pres">
      <dgm:prSet presAssocID="{8195F454-1C97-4715-9C46-0F37F95A9A21}" presName="hierChild3" presStyleCnt="0"/>
      <dgm:spPr/>
    </dgm:pt>
    <dgm:pt modelId="{A6DB78D0-ED54-4E8A-A3F7-70D098736A54}" type="pres">
      <dgm:prSet presAssocID="{5C5C48CD-E400-4573-9D60-0B4FC2713D74}" presName="Name17" presStyleLbl="parChTrans1D3" presStyleIdx="0" presStyleCnt="4"/>
      <dgm:spPr/>
    </dgm:pt>
    <dgm:pt modelId="{E7F1ACC4-39A0-4D21-8E26-6E97B4906A15}" type="pres">
      <dgm:prSet presAssocID="{C9017CA4-00AE-4B17-A0C6-1D8617BF02C1}" presName="hierRoot3" presStyleCnt="0"/>
      <dgm:spPr/>
    </dgm:pt>
    <dgm:pt modelId="{47AA698B-6E3C-4416-A83C-8B3386D07FD3}" type="pres">
      <dgm:prSet presAssocID="{C9017CA4-00AE-4B17-A0C6-1D8617BF02C1}" presName="composite3" presStyleCnt="0"/>
      <dgm:spPr/>
    </dgm:pt>
    <dgm:pt modelId="{CF4316DC-930E-457D-9AF9-50D06192E171}" type="pres">
      <dgm:prSet presAssocID="{C9017CA4-00AE-4B17-A0C6-1D8617BF02C1}" presName="background3" presStyleLbl="node3" presStyleIdx="0" presStyleCnt="4"/>
      <dgm:spPr/>
    </dgm:pt>
    <dgm:pt modelId="{B035DF2C-ABB4-4CAE-B09D-A10C4FA21338}" type="pres">
      <dgm:prSet presAssocID="{C9017CA4-00AE-4B17-A0C6-1D8617BF02C1}" presName="text3" presStyleLbl="fgAcc3" presStyleIdx="0" presStyleCnt="4">
        <dgm:presLayoutVars>
          <dgm:chPref val="3"/>
        </dgm:presLayoutVars>
      </dgm:prSet>
      <dgm:spPr/>
    </dgm:pt>
    <dgm:pt modelId="{DECF7AC6-BD6D-40B0-9655-3FDB47AB51A8}" type="pres">
      <dgm:prSet presAssocID="{C9017CA4-00AE-4B17-A0C6-1D8617BF02C1}" presName="hierChild4" presStyleCnt="0"/>
      <dgm:spPr/>
    </dgm:pt>
    <dgm:pt modelId="{E141E33E-F0D5-419F-BB41-7E1D43345952}" type="pres">
      <dgm:prSet presAssocID="{BCD5EF38-ED85-4A07-8DCD-BE0C62CA11E4}" presName="Name23" presStyleLbl="parChTrans1D4" presStyleIdx="0" presStyleCnt="11"/>
      <dgm:spPr/>
    </dgm:pt>
    <dgm:pt modelId="{BEFD00DE-0950-4783-A7CD-AD97DEC14AE0}" type="pres">
      <dgm:prSet presAssocID="{093016F6-7573-40ED-864F-4AC3BE5A2D9C}" presName="hierRoot4" presStyleCnt="0"/>
      <dgm:spPr/>
    </dgm:pt>
    <dgm:pt modelId="{4FFC6A55-4C50-4A0D-92F8-9D6C10395B6B}" type="pres">
      <dgm:prSet presAssocID="{093016F6-7573-40ED-864F-4AC3BE5A2D9C}" presName="composite4" presStyleCnt="0"/>
      <dgm:spPr/>
    </dgm:pt>
    <dgm:pt modelId="{ED340FB3-D428-4BE4-BCEB-21D932E9683B}" type="pres">
      <dgm:prSet presAssocID="{093016F6-7573-40ED-864F-4AC3BE5A2D9C}" presName="background4" presStyleLbl="node4" presStyleIdx="0" presStyleCnt="11"/>
      <dgm:spPr/>
    </dgm:pt>
    <dgm:pt modelId="{E9B3A7A0-7209-4977-B0F1-414E268978D3}" type="pres">
      <dgm:prSet presAssocID="{093016F6-7573-40ED-864F-4AC3BE5A2D9C}" presName="text4" presStyleLbl="fgAcc4" presStyleIdx="0" presStyleCnt="11">
        <dgm:presLayoutVars>
          <dgm:chPref val="3"/>
        </dgm:presLayoutVars>
      </dgm:prSet>
      <dgm:spPr/>
    </dgm:pt>
    <dgm:pt modelId="{E57FC4B9-9A94-4DA4-8041-B25507FCC393}" type="pres">
      <dgm:prSet presAssocID="{093016F6-7573-40ED-864F-4AC3BE5A2D9C}" presName="hierChild5" presStyleCnt="0"/>
      <dgm:spPr/>
    </dgm:pt>
    <dgm:pt modelId="{F668AF8A-94EC-460F-8F59-C7F0E2CAA9FD}" type="pres">
      <dgm:prSet presAssocID="{FAB404A0-4FA0-4092-8D6A-F5F20C33209E}" presName="Name23" presStyleLbl="parChTrans1D4" presStyleIdx="1" presStyleCnt="11"/>
      <dgm:spPr/>
    </dgm:pt>
    <dgm:pt modelId="{9AF190C7-11AF-4A85-9F9F-35CDD1C9B063}" type="pres">
      <dgm:prSet presAssocID="{43CD9C7F-1D7B-4303-8F8E-A1572D73A7EF}" presName="hierRoot4" presStyleCnt="0"/>
      <dgm:spPr/>
    </dgm:pt>
    <dgm:pt modelId="{945415D7-6AEB-443F-B807-AC94FCFE2266}" type="pres">
      <dgm:prSet presAssocID="{43CD9C7F-1D7B-4303-8F8E-A1572D73A7EF}" presName="composite4" presStyleCnt="0"/>
      <dgm:spPr/>
    </dgm:pt>
    <dgm:pt modelId="{10DBD38E-0F5D-4DCB-A466-5B5C02C55017}" type="pres">
      <dgm:prSet presAssocID="{43CD9C7F-1D7B-4303-8F8E-A1572D73A7EF}" presName="background4" presStyleLbl="node4" presStyleIdx="1" presStyleCnt="11"/>
      <dgm:spPr/>
    </dgm:pt>
    <dgm:pt modelId="{A67B57FE-6A65-433B-805E-3500722E0F4D}" type="pres">
      <dgm:prSet presAssocID="{43CD9C7F-1D7B-4303-8F8E-A1572D73A7EF}" presName="text4" presStyleLbl="fgAcc4" presStyleIdx="1" presStyleCnt="11">
        <dgm:presLayoutVars>
          <dgm:chPref val="3"/>
        </dgm:presLayoutVars>
      </dgm:prSet>
      <dgm:spPr/>
    </dgm:pt>
    <dgm:pt modelId="{A906BAD4-3D3D-4840-BA44-80A90A622608}" type="pres">
      <dgm:prSet presAssocID="{43CD9C7F-1D7B-4303-8F8E-A1572D73A7EF}" presName="hierChild5" presStyleCnt="0"/>
      <dgm:spPr/>
    </dgm:pt>
    <dgm:pt modelId="{287A4988-2C7F-498E-BDA8-FE4751C53D3A}" type="pres">
      <dgm:prSet presAssocID="{B7EF5DCC-77F8-41A9-9394-E5735083C7D9}" presName="Name23" presStyleLbl="parChTrans1D4" presStyleIdx="2" presStyleCnt="11"/>
      <dgm:spPr/>
    </dgm:pt>
    <dgm:pt modelId="{12D4D6B6-A098-4FC8-83F7-24666CDC61A6}" type="pres">
      <dgm:prSet presAssocID="{83314F73-98A2-4DE3-B732-303D3462E99A}" presName="hierRoot4" presStyleCnt="0"/>
      <dgm:spPr/>
    </dgm:pt>
    <dgm:pt modelId="{78E2804B-9A10-408B-BB1E-395840368E10}" type="pres">
      <dgm:prSet presAssocID="{83314F73-98A2-4DE3-B732-303D3462E99A}" presName="composite4" presStyleCnt="0"/>
      <dgm:spPr/>
    </dgm:pt>
    <dgm:pt modelId="{7E8A1FC6-6FD3-4E57-A197-8B4703CF23E6}" type="pres">
      <dgm:prSet presAssocID="{83314F73-98A2-4DE3-B732-303D3462E99A}" presName="background4" presStyleLbl="node4" presStyleIdx="2" presStyleCnt="11"/>
      <dgm:spPr/>
    </dgm:pt>
    <dgm:pt modelId="{86B7382B-8766-4AB1-8BA6-8CFC36D14000}" type="pres">
      <dgm:prSet presAssocID="{83314F73-98A2-4DE3-B732-303D3462E99A}" presName="text4" presStyleLbl="fgAcc4" presStyleIdx="2" presStyleCnt="11">
        <dgm:presLayoutVars>
          <dgm:chPref val="3"/>
        </dgm:presLayoutVars>
      </dgm:prSet>
      <dgm:spPr/>
    </dgm:pt>
    <dgm:pt modelId="{C95BD7BB-D98E-4761-9307-7ABA079498E5}" type="pres">
      <dgm:prSet presAssocID="{83314F73-98A2-4DE3-B732-303D3462E99A}" presName="hierChild5" presStyleCnt="0"/>
      <dgm:spPr/>
    </dgm:pt>
    <dgm:pt modelId="{99844C79-46BA-4970-A688-1BABA629889B}" type="pres">
      <dgm:prSet presAssocID="{A9B92022-C67A-4E86-A5DF-1DE1ECB279EF}" presName="Name17" presStyleLbl="parChTrans1D3" presStyleIdx="1" presStyleCnt="4"/>
      <dgm:spPr/>
    </dgm:pt>
    <dgm:pt modelId="{82AEDB0D-46AA-4C0F-B53A-1C4EDEB86CAB}" type="pres">
      <dgm:prSet presAssocID="{12CE7ED8-8510-4DDF-A8A3-16CA10343D21}" presName="hierRoot3" presStyleCnt="0"/>
      <dgm:spPr/>
    </dgm:pt>
    <dgm:pt modelId="{3134FC57-BB35-49C4-93EA-64B54FAFF326}" type="pres">
      <dgm:prSet presAssocID="{12CE7ED8-8510-4DDF-A8A3-16CA10343D21}" presName="composite3" presStyleCnt="0"/>
      <dgm:spPr/>
    </dgm:pt>
    <dgm:pt modelId="{0130A830-91BF-4D2E-A0F1-D9AF794CE361}" type="pres">
      <dgm:prSet presAssocID="{12CE7ED8-8510-4DDF-A8A3-16CA10343D21}" presName="background3" presStyleLbl="node3" presStyleIdx="1" presStyleCnt="4"/>
      <dgm:spPr/>
    </dgm:pt>
    <dgm:pt modelId="{0FDD724C-D93C-45E6-8885-BCC5E5F52F31}" type="pres">
      <dgm:prSet presAssocID="{12CE7ED8-8510-4DDF-A8A3-16CA10343D21}" presName="text3" presStyleLbl="fgAcc3" presStyleIdx="1" presStyleCnt="4">
        <dgm:presLayoutVars>
          <dgm:chPref val="3"/>
        </dgm:presLayoutVars>
      </dgm:prSet>
      <dgm:spPr/>
    </dgm:pt>
    <dgm:pt modelId="{E3195DBB-B049-4728-ACFC-5893441EB603}" type="pres">
      <dgm:prSet presAssocID="{12CE7ED8-8510-4DDF-A8A3-16CA10343D21}" presName="hierChild4" presStyleCnt="0"/>
      <dgm:spPr/>
    </dgm:pt>
    <dgm:pt modelId="{95984DBA-AA02-46FE-8A8A-46A3377D110C}" type="pres">
      <dgm:prSet presAssocID="{45AA3161-D920-4F7F-AD7B-1C463114CE77}" presName="Name23" presStyleLbl="parChTrans1D4" presStyleIdx="3" presStyleCnt="11"/>
      <dgm:spPr/>
    </dgm:pt>
    <dgm:pt modelId="{52FF3B98-5500-4A7F-ACE4-58840A22F36A}" type="pres">
      <dgm:prSet presAssocID="{CAF2EE3F-B943-462E-86FF-6CADBF07BF0B}" presName="hierRoot4" presStyleCnt="0"/>
      <dgm:spPr/>
    </dgm:pt>
    <dgm:pt modelId="{14074D6B-1038-460B-BFB8-1676B86CFF65}" type="pres">
      <dgm:prSet presAssocID="{CAF2EE3F-B943-462E-86FF-6CADBF07BF0B}" presName="composite4" presStyleCnt="0"/>
      <dgm:spPr/>
    </dgm:pt>
    <dgm:pt modelId="{B60DE612-7551-47DC-922C-6F081E750EF7}" type="pres">
      <dgm:prSet presAssocID="{CAF2EE3F-B943-462E-86FF-6CADBF07BF0B}" presName="background4" presStyleLbl="node4" presStyleIdx="3" presStyleCnt="11"/>
      <dgm:spPr/>
    </dgm:pt>
    <dgm:pt modelId="{328021E3-3F1B-45AF-97F2-E69058BF0983}" type="pres">
      <dgm:prSet presAssocID="{CAF2EE3F-B943-462E-86FF-6CADBF07BF0B}" presName="text4" presStyleLbl="fgAcc4" presStyleIdx="3" presStyleCnt="11">
        <dgm:presLayoutVars>
          <dgm:chPref val="3"/>
        </dgm:presLayoutVars>
      </dgm:prSet>
      <dgm:spPr/>
    </dgm:pt>
    <dgm:pt modelId="{A73BA54E-1E8E-484C-927F-31FA97020909}" type="pres">
      <dgm:prSet presAssocID="{CAF2EE3F-B943-462E-86FF-6CADBF07BF0B}" presName="hierChild5" presStyleCnt="0"/>
      <dgm:spPr/>
    </dgm:pt>
    <dgm:pt modelId="{3BD2E073-B091-487A-A1B9-46186E11BAE2}" type="pres">
      <dgm:prSet presAssocID="{DA9E23AE-7A58-4E4C-AD0A-A8CF442C9194}" presName="Name23" presStyleLbl="parChTrans1D4" presStyleIdx="4" presStyleCnt="11"/>
      <dgm:spPr/>
    </dgm:pt>
    <dgm:pt modelId="{1E856FED-2905-4E43-888E-326EBD11CF41}" type="pres">
      <dgm:prSet presAssocID="{75DD5CC9-A4A9-4428-BC0E-921B6C6CF92E}" presName="hierRoot4" presStyleCnt="0"/>
      <dgm:spPr/>
    </dgm:pt>
    <dgm:pt modelId="{BB3EB141-E28C-42C1-8978-8E9811C07182}" type="pres">
      <dgm:prSet presAssocID="{75DD5CC9-A4A9-4428-BC0E-921B6C6CF92E}" presName="composite4" presStyleCnt="0"/>
      <dgm:spPr/>
    </dgm:pt>
    <dgm:pt modelId="{BFE3C260-0DA4-49F1-BB72-E9BCCB28708F}" type="pres">
      <dgm:prSet presAssocID="{75DD5CC9-A4A9-4428-BC0E-921B6C6CF92E}" presName="background4" presStyleLbl="node4" presStyleIdx="4" presStyleCnt="11"/>
      <dgm:spPr/>
    </dgm:pt>
    <dgm:pt modelId="{9CAD1D32-1E1A-488B-9BCE-03E4EBCE0EE7}" type="pres">
      <dgm:prSet presAssocID="{75DD5CC9-A4A9-4428-BC0E-921B6C6CF92E}" presName="text4" presStyleLbl="fgAcc4" presStyleIdx="4" presStyleCnt="11">
        <dgm:presLayoutVars>
          <dgm:chPref val="3"/>
        </dgm:presLayoutVars>
      </dgm:prSet>
      <dgm:spPr/>
    </dgm:pt>
    <dgm:pt modelId="{A9AF52D8-D904-46FA-BC8F-A51E95E95021}" type="pres">
      <dgm:prSet presAssocID="{75DD5CC9-A4A9-4428-BC0E-921B6C6CF92E}" presName="hierChild5" presStyleCnt="0"/>
      <dgm:spPr/>
    </dgm:pt>
    <dgm:pt modelId="{F6889AF7-AA11-4AB2-A1BC-1833607E0AB0}" type="pres">
      <dgm:prSet presAssocID="{A47F86AB-15B5-479E-A5CC-DE59CF88CB8C}" presName="Name10" presStyleLbl="parChTrans1D2" presStyleIdx="1" presStyleCnt="2"/>
      <dgm:spPr/>
    </dgm:pt>
    <dgm:pt modelId="{71AF3D91-D03C-439E-BF7F-87514448A508}" type="pres">
      <dgm:prSet presAssocID="{358B84DE-C4CB-43FF-B76A-52A66D997F4D}" presName="hierRoot2" presStyleCnt="0"/>
      <dgm:spPr/>
    </dgm:pt>
    <dgm:pt modelId="{7729BF88-1898-425E-A82F-F2DE225948E3}" type="pres">
      <dgm:prSet presAssocID="{358B84DE-C4CB-43FF-B76A-52A66D997F4D}" presName="composite2" presStyleCnt="0"/>
      <dgm:spPr/>
    </dgm:pt>
    <dgm:pt modelId="{09F92605-196B-4DC1-9598-58B8E4036873}" type="pres">
      <dgm:prSet presAssocID="{358B84DE-C4CB-43FF-B76A-52A66D997F4D}" presName="background2" presStyleLbl="node2" presStyleIdx="1" presStyleCnt="2"/>
      <dgm:spPr/>
    </dgm:pt>
    <dgm:pt modelId="{20741B28-AC4D-425F-99F6-D834006B511F}" type="pres">
      <dgm:prSet presAssocID="{358B84DE-C4CB-43FF-B76A-52A66D997F4D}" presName="text2" presStyleLbl="fgAcc2" presStyleIdx="1" presStyleCnt="2">
        <dgm:presLayoutVars>
          <dgm:chPref val="3"/>
        </dgm:presLayoutVars>
      </dgm:prSet>
      <dgm:spPr/>
    </dgm:pt>
    <dgm:pt modelId="{FA336EA6-5D7A-4A28-93A5-D241BA978950}" type="pres">
      <dgm:prSet presAssocID="{358B84DE-C4CB-43FF-B76A-52A66D997F4D}" presName="hierChild3" presStyleCnt="0"/>
      <dgm:spPr/>
    </dgm:pt>
    <dgm:pt modelId="{CF28C4B5-3CE7-4B30-A133-32597593629F}" type="pres">
      <dgm:prSet presAssocID="{12C4D432-44FC-4084-B70F-2B71FD52082D}" presName="Name17" presStyleLbl="parChTrans1D3" presStyleIdx="2" presStyleCnt="4"/>
      <dgm:spPr/>
    </dgm:pt>
    <dgm:pt modelId="{B58E2C25-C9E3-4053-A7FD-BDF2E0D1AEAA}" type="pres">
      <dgm:prSet presAssocID="{5773EC4B-F5B7-44FA-96E6-4B227512EA51}" presName="hierRoot3" presStyleCnt="0"/>
      <dgm:spPr/>
    </dgm:pt>
    <dgm:pt modelId="{FE85D361-B931-4DC4-B014-708D867BE241}" type="pres">
      <dgm:prSet presAssocID="{5773EC4B-F5B7-44FA-96E6-4B227512EA51}" presName="composite3" presStyleCnt="0"/>
      <dgm:spPr/>
    </dgm:pt>
    <dgm:pt modelId="{B0998C56-F9A2-4A63-AFB4-D65A1511E583}" type="pres">
      <dgm:prSet presAssocID="{5773EC4B-F5B7-44FA-96E6-4B227512EA51}" presName="background3" presStyleLbl="node3" presStyleIdx="2" presStyleCnt="4"/>
      <dgm:spPr/>
    </dgm:pt>
    <dgm:pt modelId="{25A52FF2-766A-4099-AD4A-EB21E6D76C4B}" type="pres">
      <dgm:prSet presAssocID="{5773EC4B-F5B7-44FA-96E6-4B227512EA51}" presName="text3" presStyleLbl="fgAcc3" presStyleIdx="2" presStyleCnt="4">
        <dgm:presLayoutVars>
          <dgm:chPref val="3"/>
        </dgm:presLayoutVars>
      </dgm:prSet>
      <dgm:spPr/>
    </dgm:pt>
    <dgm:pt modelId="{B0A3E434-D319-4CBD-920F-6E035B06EB4B}" type="pres">
      <dgm:prSet presAssocID="{5773EC4B-F5B7-44FA-96E6-4B227512EA51}" presName="hierChild4" presStyleCnt="0"/>
      <dgm:spPr/>
    </dgm:pt>
    <dgm:pt modelId="{24736E6E-DD21-457A-8903-76D418257062}" type="pres">
      <dgm:prSet presAssocID="{8444CF8F-909B-40BA-80FA-5BEA3B0435B7}" presName="Name17" presStyleLbl="parChTrans1D3" presStyleIdx="3" presStyleCnt="4"/>
      <dgm:spPr/>
    </dgm:pt>
    <dgm:pt modelId="{20017390-1F2D-4FD1-ADC6-C9367EE8E159}" type="pres">
      <dgm:prSet presAssocID="{6CD03E83-61AB-4FD1-801D-D71EBE3CDB23}" presName="hierRoot3" presStyleCnt="0"/>
      <dgm:spPr/>
    </dgm:pt>
    <dgm:pt modelId="{5ED96444-F814-480D-97CC-85892CF6CD77}" type="pres">
      <dgm:prSet presAssocID="{6CD03E83-61AB-4FD1-801D-D71EBE3CDB23}" presName="composite3" presStyleCnt="0"/>
      <dgm:spPr/>
    </dgm:pt>
    <dgm:pt modelId="{AB9C8649-4DC6-4C16-AB3C-20EFB126A358}" type="pres">
      <dgm:prSet presAssocID="{6CD03E83-61AB-4FD1-801D-D71EBE3CDB23}" presName="background3" presStyleLbl="node3" presStyleIdx="3" presStyleCnt="4"/>
      <dgm:spPr/>
    </dgm:pt>
    <dgm:pt modelId="{D3C367FF-0B77-4ABC-AF9F-954B8E6FA230}" type="pres">
      <dgm:prSet presAssocID="{6CD03E83-61AB-4FD1-801D-D71EBE3CDB23}" presName="text3" presStyleLbl="fgAcc3" presStyleIdx="3" presStyleCnt="4">
        <dgm:presLayoutVars>
          <dgm:chPref val="3"/>
        </dgm:presLayoutVars>
      </dgm:prSet>
      <dgm:spPr/>
    </dgm:pt>
    <dgm:pt modelId="{A03E9B24-2B66-4947-98ED-268DCE0F7472}" type="pres">
      <dgm:prSet presAssocID="{6CD03E83-61AB-4FD1-801D-D71EBE3CDB23}" presName="hierChild4" presStyleCnt="0"/>
      <dgm:spPr/>
    </dgm:pt>
    <dgm:pt modelId="{A803E7DC-5130-4FE1-B23A-67D68D35A59D}" type="pres">
      <dgm:prSet presAssocID="{8826CDB7-F2A2-4FE6-9F66-0105699F98C8}" presName="Name23" presStyleLbl="parChTrans1D4" presStyleIdx="5" presStyleCnt="11"/>
      <dgm:spPr/>
    </dgm:pt>
    <dgm:pt modelId="{759878B0-15FD-4573-AC34-73454DD81259}" type="pres">
      <dgm:prSet presAssocID="{05984EDF-448B-4111-93A3-96649022EC58}" presName="hierRoot4" presStyleCnt="0"/>
      <dgm:spPr/>
    </dgm:pt>
    <dgm:pt modelId="{52BBA0E3-0B85-4BE0-A42F-30D871A4235F}" type="pres">
      <dgm:prSet presAssocID="{05984EDF-448B-4111-93A3-96649022EC58}" presName="composite4" presStyleCnt="0"/>
      <dgm:spPr/>
    </dgm:pt>
    <dgm:pt modelId="{07F919A6-2470-477F-B218-115DCD7D65A0}" type="pres">
      <dgm:prSet presAssocID="{05984EDF-448B-4111-93A3-96649022EC58}" presName="background4" presStyleLbl="node4" presStyleIdx="5" presStyleCnt="11"/>
      <dgm:spPr/>
    </dgm:pt>
    <dgm:pt modelId="{799DCB88-953F-436A-A13D-7BA6222E9CBB}" type="pres">
      <dgm:prSet presAssocID="{05984EDF-448B-4111-93A3-96649022EC58}" presName="text4" presStyleLbl="fgAcc4" presStyleIdx="5" presStyleCnt="11">
        <dgm:presLayoutVars>
          <dgm:chPref val="3"/>
        </dgm:presLayoutVars>
      </dgm:prSet>
      <dgm:spPr/>
    </dgm:pt>
    <dgm:pt modelId="{A288264B-8F85-478E-96E4-A0C689F6C2A6}" type="pres">
      <dgm:prSet presAssocID="{05984EDF-448B-4111-93A3-96649022EC58}" presName="hierChild5" presStyleCnt="0"/>
      <dgm:spPr/>
    </dgm:pt>
    <dgm:pt modelId="{80256E42-41FE-482A-906E-1A2422164FB5}" type="pres">
      <dgm:prSet presAssocID="{1BCECCB2-6903-4FDD-B788-DA60EB9D99EE}" presName="Name23" presStyleLbl="parChTrans1D4" presStyleIdx="6" presStyleCnt="11"/>
      <dgm:spPr/>
    </dgm:pt>
    <dgm:pt modelId="{96F6E6DA-8E59-4C83-BAB3-CC2F23F009AA}" type="pres">
      <dgm:prSet presAssocID="{EF357A9A-AA2D-4B31-834D-F52F92B58D34}" presName="hierRoot4" presStyleCnt="0"/>
      <dgm:spPr/>
    </dgm:pt>
    <dgm:pt modelId="{BB8DFC41-A0D2-4FBA-8D03-1C316F91DD48}" type="pres">
      <dgm:prSet presAssocID="{EF357A9A-AA2D-4B31-834D-F52F92B58D34}" presName="composite4" presStyleCnt="0"/>
      <dgm:spPr/>
    </dgm:pt>
    <dgm:pt modelId="{5F9EAED3-A91D-47D3-A52A-A6C49014064E}" type="pres">
      <dgm:prSet presAssocID="{EF357A9A-AA2D-4B31-834D-F52F92B58D34}" presName="background4" presStyleLbl="node4" presStyleIdx="6" presStyleCnt="11"/>
      <dgm:spPr/>
    </dgm:pt>
    <dgm:pt modelId="{A1001044-BF9A-4D3E-A231-233E3AA7877D}" type="pres">
      <dgm:prSet presAssocID="{EF357A9A-AA2D-4B31-834D-F52F92B58D34}" presName="text4" presStyleLbl="fgAcc4" presStyleIdx="6" presStyleCnt="11">
        <dgm:presLayoutVars>
          <dgm:chPref val="3"/>
        </dgm:presLayoutVars>
      </dgm:prSet>
      <dgm:spPr/>
    </dgm:pt>
    <dgm:pt modelId="{17401336-1DCD-4345-A292-CFC6DAA97C93}" type="pres">
      <dgm:prSet presAssocID="{EF357A9A-AA2D-4B31-834D-F52F92B58D34}" presName="hierChild5" presStyleCnt="0"/>
      <dgm:spPr/>
    </dgm:pt>
    <dgm:pt modelId="{86A871A2-38DF-4F62-9420-147A79E6190E}" type="pres">
      <dgm:prSet presAssocID="{8E04A5EF-3222-4B95-9D52-AA184CECA480}" presName="Name23" presStyleLbl="parChTrans1D4" presStyleIdx="7" presStyleCnt="11"/>
      <dgm:spPr/>
    </dgm:pt>
    <dgm:pt modelId="{2275EFCD-7E17-4FAB-A1F0-126C7E2AEC89}" type="pres">
      <dgm:prSet presAssocID="{C75718E2-990B-4470-8E68-3E4314D5DCB8}" presName="hierRoot4" presStyleCnt="0"/>
      <dgm:spPr/>
    </dgm:pt>
    <dgm:pt modelId="{FE77CAF3-E6AE-4CAA-BCF0-8116EEC9E69D}" type="pres">
      <dgm:prSet presAssocID="{C75718E2-990B-4470-8E68-3E4314D5DCB8}" presName="composite4" presStyleCnt="0"/>
      <dgm:spPr/>
    </dgm:pt>
    <dgm:pt modelId="{8FA72957-1189-44DF-9CB1-CAA8BF8AF6E2}" type="pres">
      <dgm:prSet presAssocID="{C75718E2-990B-4470-8E68-3E4314D5DCB8}" presName="background4" presStyleLbl="node4" presStyleIdx="7" presStyleCnt="11"/>
      <dgm:spPr/>
    </dgm:pt>
    <dgm:pt modelId="{B7ED9F9E-25F7-41AF-B61C-3878CD1D05D9}" type="pres">
      <dgm:prSet presAssocID="{C75718E2-990B-4470-8E68-3E4314D5DCB8}" presName="text4" presStyleLbl="fgAcc4" presStyleIdx="7" presStyleCnt="11">
        <dgm:presLayoutVars>
          <dgm:chPref val="3"/>
        </dgm:presLayoutVars>
      </dgm:prSet>
      <dgm:spPr/>
    </dgm:pt>
    <dgm:pt modelId="{DB7E9475-7D95-47DE-9DEF-3AA9DECC3055}" type="pres">
      <dgm:prSet presAssocID="{C75718E2-990B-4470-8E68-3E4314D5DCB8}" presName="hierChild5" presStyleCnt="0"/>
      <dgm:spPr/>
    </dgm:pt>
    <dgm:pt modelId="{D6884F36-F7D1-4FF5-81AC-08A419FEEFAA}" type="pres">
      <dgm:prSet presAssocID="{63616045-7A9D-491E-BC59-BAFD26D12A35}" presName="Name23" presStyleLbl="parChTrans1D4" presStyleIdx="8" presStyleCnt="11"/>
      <dgm:spPr/>
    </dgm:pt>
    <dgm:pt modelId="{0356DC7E-6C54-4ACE-A5A3-0125979BEF43}" type="pres">
      <dgm:prSet presAssocID="{F5C9D5D7-FA9D-4C52-9698-9AF7C6771BCC}" presName="hierRoot4" presStyleCnt="0"/>
      <dgm:spPr/>
    </dgm:pt>
    <dgm:pt modelId="{481684B3-DCA4-4192-B23D-CAC2814685BD}" type="pres">
      <dgm:prSet presAssocID="{F5C9D5D7-FA9D-4C52-9698-9AF7C6771BCC}" presName="composite4" presStyleCnt="0"/>
      <dgm:spPr/>
    </dgm:pt>
    <dgm:pt modelId="{ADB98950-44BA-417E-80F8-3B077771310F}" type="pres">
      <dgm:prSet presAssocID="{F5C9D5D7-FA9D-4C52-9698-9AF7C6771BCC}" presName="background4" presStyleLbl="node4" presStyleIdx="8" presStyleCnt="11"/>
      <dgm:spPr/>
    </dgm:pt>
    <dgm:pt modelId="{09042312-F208-4BE3-A094-8825BB4D2A43}" type="pres">
      <dgm:prSet presAssocID="{F5C9D5D7-FA9D-4C52-9698-9AF7C6771BCC}" presName="text4" presStyleLbl="fgAcc4" presStyleIdx="8" presStyleCnt="11" custLinFactNeighborX="7366" custLinFactNeighborY="973">
        <dgm:presLayoutVars>
          <dgm:chPref val="3"/>
        </dgm:presLayoutVars>
      </dgm:prSet>
      <dgm:spPr/>
    </dgm:pt>
    <dgm:pt modelId="{B56F8498-E953-49C6-95D8-771B97B8F4C9}" type="pres">
      <dgm:prSet presAssocID="{F5C9D5D7-FA9D-4C52-9698-9AF7C6771BCC}" presName="hierChild5" presStyleCnt="0"/>
      <dgm:spPr/>
    </dgm:pt>
    <dgm:pt modelId="{D64DF5A4-E2AC-46D6-9B07-E17B773792E2}" type="pres">
      <dgm:prSet presAssocID="{A4B2D9A2-F851-4C66-880F-7897FFEE6AFD}" presName="Name23" presStyleLbl="parChTrans1D4" presStyleIdx="9" presStyleCnt="11"/>
      <dgm:spPr/>
    </dgm:pt>
    <dgm:pt modelId="{2BC59847-503D-4243-96AB-50176DD4BDA3}" type="pres">
      <dgm:prSet presAssocID="{A691FB9B-A20D-4F6F-961F-82441FC0C538}" presName="hierRoot4" presStyleCnt="0"/>
      <dgm:spPr/>
    </dgm:pt>
    <dgm:pt modelId="{37B96F94-DAD5-4775-A3D4-A4292000A011}" type="pres">
      <dgm:prSet presAssocID="{A691FB9B-A20D-4F6F-961F-82441FC0C538}" presName="composite4" presStyleCnt="0"/>
      <dgm:spPr/>
    </dgm:pt>
    <dgm:pt modelId="{83AD2FF0-A044-47D3-8B27-96FA27437F48}" type="pres">
      <dgm:prSet presAssocID="{A691FB9B-A20D-4F6F-961F-82441FC0C538}" presName="background4" presStyleLbl="node4" presStyleIdx="9" presStyleCnt="11"/>
      <dgm:spPr/>
    </dgm:pt>
    <dgm:pt modelId="{DB046AF8-E596-46B6-8973-1DD0F625DE42}" type="pres">
      <dgm:prSet presAssocID="{A691FB9B-A20D-4F6F-961F-82441FC0C538}" presName="text4" presStyleLbl="fgAcc4" presStyleIdx="9" presStyleCnt="11">
        <dgm:presLayoutVars>
          <dgm:chPref val="3"/>
        </dgm:presLayoutVars>
      </dgm:prSet>
      <dgm:spPr/>
    </dgm:pt>
    <dgm:pt modelId="{F1973C95-17B7-42B2-888B-1415BD7F0461}" type="pres">
      <dgm:prSet presAssocID="{A691FB9B-A20D-4F6F-961F-82441FC0C538}" presName="hierChild5" presStyleCnt="0"/>
      <dgm:spPr/>
    </dgm:pt>
    <dgm:pt modelId="{1A723AB0-A11E-499B-9902-06402288FEBD}" type="pres">
      <dgm:prSet presAssocID="{E288F77A-EBF9-4F73-86C8-C956E6350F20}" presName="Name23" presStyleLbl="parChTrans1D4" presStyleIdx="10" presStyleCnt="11"/>
      <dgm:spPr/>
    </dgm:pt>
    <dgm:pt modelId="{84D449C4-71A7-49E7-B8B9-71CF3EBA3101}" type="pres">
      <dgm:prSet presAssocID="{6A9748D0-0D80-4020-91E9-AF937621944C}" presName="hierRoot4" presStyleCnt="0"/>
      <dgm:spPr/>
    </dgm:pt>
    <dgm:pt modelId="{6AFEBEDA-5AD8-4ED6-B0D0-02930DAD2340}" type="pres">
      <dgm:prSet presAssocID="{6A9748D0-0D80-4020-91E9-AF937621944C}" presName="composite4" presStyleCnt="0"/>
      <dgm:spPr/>
    </dgm:pt>
    <dgm:pt modelId="{5E1AD244-F982-4006-B92E-C26D5BFFA536}" type="pres">
      <dgm:prSet presAssocID="{6A9748D0-0D80-4020-91E9-AF937621944C}" presName="background4" presStyleLbl="node4" presStyleIdx="10" presStyleCnt="11"/>
      <dgm:spPr/>
    </dgm:pt>
    <dgm:pt modelId="{5D28BBAC-BAF9-469C-A1E4-3F864AEBBB11}" type="pres">
      <dgm:prSet presAssocID="{6A9748D0-0D80-4020-91E9-AF937621944C}" presName="text4" presStyleLbl="fgAcc4" presStyleIdx="10" presStyleCnt="11">
        <dgm:presLayoutVars>
          <dgm:chPref val="3"/>
        </dgm:presLayoutVars>
      </dgm:prSet>
      <dgm:spPr/>
    </dgm:pt>
    <dgm:pt modelId="{07608018-B13D-4CD1-92AE-9B0CB3776EC1}" type="pres">
      <dgm:prSet presAssocID="{6A9748D0-0D80-4020-91E9-AF937621944C}" presName="hierChild5" presStyleCnt="0"/>
      <dgm:spPr/>
    </dgm:pt>
  </dgm:ptLst>
  <dgm:cxnLst>
    <dgm:cxn modelId="{4BE8C002-40F7-4647-87FD-CB288E4EFE93}" type="presOf" srcId="{43CD9C7F-1D7B-4303-8F8E-A1572D73A7EF}" destId="{A67B57FE-6A65-433B-805E-3500722E0F4D}" srcOrd="0" destOrd="0" presId="urn:microsoft.com/office/officeart/2005/8/layout/hierarchy1"/>
    <dgm:cxn modelId="{7F58250B-2A35-4876-B806-0B98C95C6457}" srcId="{12CE7ED8-8510-4DDF-A8A3-16CA10343D21}" destId="{75DD5CC9-A4A9-4428-BC0E-921B6C6CF92E}" srcOrd="1" destOrd="0" parTransId="{DA9E23AE-7A58-4E4C-AD0A-A8CF442C9194}" sibTransId="{F1567155-84F4-4250-A79C-1F6391F0551C}"/>
    <dgm:cxn modelId="{2BE9DB0E-2205-41F4-A98B-266CC82D5509}" type="presOf" srcId="{02EDDD6C-7CB9-4B33-A1F6-77C57592EF90}" destId="{82FB659A-C04B-4332-B05F-86C54CDD83DB}" srcOrd="0" destOrd="0" presId="urn:microsoft.com/office/officeart/2005/8/layout/hierarchy1"/>
    <dgm:cxn modelId="{86CDAA1C-0943-4E27-A255-50617F9065D4}" srcId="{6CD03E83-61AB-4FD1-801D-D71EBE3CDB23}" destId="{05984EDF-448B-4111-93A3-96649022EC58}" srcOrd="0" destOrd="0" parTransId="{8826CDB7-F2A2-4FE6-9F66-0105699F98C8}" sibTransId="{970A87FF-C4E4-426E-9B73-6C35370C61C0}"/>
    <dgm:cxn modelId="{CBFA1321-D9A7-4052-8F32-76F78D04F05C}" srcId="{F5C9D5D7-FA9D-4C52-9698-9AF7C6771BCC}" destId="{6A9748D0-0D80-4020-91E9-AF937621944C}" srcOrd="1" destOrd="0" parTransId="{E288F77A-EBF9-4F73-86C8-C956E6350F20}" sibTransId="{948F58E7-9705-4E63-8F07-108E8E117962}"/>
    <dgm:cxn modelId="{3DD40224-3111-4FBA-868F-E0D3E243BF6D}" srcId="{8195F454-1C97-4715-9C46-0F37F95A9A21}" destId="{C9017CA4-00AE-4B17-A0C6-1D8617BF02C1}" srcOrd="0" destOrd="0" parTransId="{5C5C48CD-E400-4573-9D60-0B4FC2713D74}" sibTransId="{120DAC6D-964E-47BC-A0C8-6B076286B53A}"/>
    <dgm:cxn modelId="{A307CF25-06E7-4768-8AB3-FCBFDD6FCDFC}" type="presOf" srcId="{8195F454-1C97-4715-9C46-0F37F95A9A21}" destId="{D76DB0DC-3A80-4F4E-89BE-C107F526A9E4}" srcOrd="0" destOrd="0" presId="urn:microsoft.com/office/officeart/2005/8/layout/hierarchy1"/>
    <dgm:cxn modelId="{55FAD22A-E512-44B4-A204-A89D92A02BA8}" type="presOf" srcId="{DA7C4504-ADB6-461B-87C1-DE08FA8B19A8}" destId="{0166E10A-8CB6-4368-BE39-BD3F23E70B2E}" srcOrd="0" destOrd="0" presId="urn:microsoft.com/office/officeart/2005/8/layout/hierarchy1"/>
    <dgm:cxn modelId="{2FE49A2D-8ABB-469D-B40C-9C429A5DE079}" type="presOf" srcId="{63616045-7A9D-491E-BC59-BAFD26D12A35}" destId="{D6884F36-F7D1-4FF5-81AC-08A419FEEFAA}" srcOrd="0" destOrd="0" presId="urn:microsoft.com/office/officeart/2005/8/layout/hierarchy1"/>
    <dgm:cxn modelId="{CFF5663A-3ADB-4580-AAB5-1091EBED0D7B}" type="presOf" srcId="{6CD03E83-61AB-4FD1-801D-D71EBE3CDB23}" destId="{D3C367FF-0B77-4ABC-AF9F-954B8E6FA230}" srcOrd="0" destOrd="0" presId="urn:microsoft.com/office/officeart/2005/8/layout/hierarchy1"/>
    <dgm:cxn modelId="{8753BB3B-BA4F-4D24-903A-EED39A38FE42}" srcId="{EF357A9A-AA2D-4B31-834D-F52F92B58D34}" destId="{C75718E2-990B-4470-8E68-3E4314D5DCB8}" srcOrd="0" destOrd="0" parTransId="{8E04A5EF-3222-4B95-9D52-AA184CECA480}" sibTransId="{8C618CD0-49CE-41A9-9E97-03B1404A1111}"/>
    <dgm:cxn modelId="{4BD5323C-B4E5-4CA4-9A79-026321DCF7C4}" type="presOf" srcId="{6A9748D0-0D80-4020-91E9-AF937621944C}" destId="{5D28BBAC-BAF9-469C-A1E4-3F864AEBBB11}" srcOrd="0" destOrd="0" presId="urn:microsoft.com/office/officeart/2005/8/layout/hierarchy1"/>
    <dgm:cxn modelId="{6C89933E-5793-4375-A808-B46EB2CC97A6}" type="presOf" srcId="{DA9E23AE-7A58-4E4C-AD0A-A8CF442C9194}" destId="{3BD2E073-B091-487A-A1B9-46186E11BAE2}" srcOrd="0" destOrd="0" presId="urn:microsoft.com/office/officeart/2005/8/layout/hierarchy1"/>
    <dgm:cxn modelId="{1723B93E-8E0E-4CE6-88D5-12861131B5F5}" type="presOf" srcId="{8444CF8F-909B-40BA-80FA-5BEA3B0435B7}" destId="{24736E6E-DD21-457A-8903-76D418257062}" srcOrd="0" destOrd="0" presId="urn:microsoft.com/office/officeart/2005/8/layout/hierarchy1"/>
    <dgm:cxn modelId="{4C97A85C-BEC8-4B5D-90FF-6AF55DA3F487}" type="presOf" srcId="{8E04A5EF-3222-4B95-9D52-AA184CECA480}" destId="{86A871A2-38DF-4F62-9420-147A79E6190E}" srcOrd="0" destOrd="0" presId="urn:microsoft.com/office/officeart/2005/8/layout/hierarchy1"/>
    <dgm:cxn modelId="{EB09C261-DF51-4D76-B155-DB7C0D2D566D}" srcId="{02EDDD6C-7CB9-4B33-A1F6-77C57592EF90}" destId="{DA7C4504-ADB6-461B-87C1-DE08FA8B19A8}" srcOrd="0" destOrd="0" parTransId="{C5622136-180C-4B56-B9C4-80BD93906D91}" sibTransId="{18EF5F9C-5A24-4F5A-A8C9-7BD721469ECE}"/>
    <dgm:cxn modelId="{5FD6E342-F1FC-43AC-B585-00495CBC6734}" srcId="{093016F6-7573-40ED-864F-4AC3BE5A2D9C}" destId="{43CD9C7F-1D7B-4303-8F8E-A1572D73A7EF}" srcOrd="0" destOrd="0" parTransId="{FAB404A0-4FA0-4092-8D6A-F5F20C33209E}" sibTransId="{54EE8C66-C43D-42F7-819E-CB68F2915720}"/>
    <dgm:cxn modelId="{63783345-4634-41C4-B9F5-5D4E6C9CF595}" type="presOf" srcId="{915F4863-C686-4E6B-9B00-69E1DCBF6409}" destId="{AC2FCC87-55DB-4DF0-ACA3-FDCAB923E2F9}" srcOrd="0" destOrd="0" presId="urn:microsoft.com/office/officeart/2005/8/layout/hierarchy1"/>
    <dgm:cxn modelId="{63B5796B-1E88-4198-AFEF-D7BB5162B9A0}" type="presOf" srcId="{A47F86AB-15B5-479E-A5CC-DE59CF88CB8C}" destId="{F6889AF7-AA11-4AB2-A1BC-1833607E0AB0}" srcOrd="0" destOrd="0" presId="urn:microsoft.com/office/officeart/2005/8/layout/hierarchy1"/>
    <dgm:cxn modelId="{B789FE4B-5030-4D23-9AE7-B5C6D9C1508F}" type="presOf" srcId="{093016F6-7573-40ED-864F-4AC3BE5A2D9C}" destId="{E9B3A7A0-7209-4977-B0F1-414E268978D3}" srcOrd="0" destOrd="0" presId="urn:microsoft.com/office/officeart/2005/8/layout/hierarchy1"/>
    <dgm:cxn modelId="{D9D57F6E-5BF5-4292-81DE-CA7E4E7B22FA}" type="presOf" srcId="{A9B92022-C67A-4E86-A5DF-1DE1ECB279EF}" destId="{99844C79-46BA-4970-A688-1BABA629889B}" srcOrd="0" destOrd="0" presId="urn:microsoft.com/office/officeart/2005/8/layout/hierarchy1"/>
    <dgm:cxn modelId="{D683BD6E-5EA9-483A-9D1E-48EF080535AD}" type="presOf" srcId="{358B84DE-C4CB-43FF-B76A-52A66D997F4D}" destId="{20741B28-AC4D-425F-99F6-D834006B511F}" srcOrd="0" destOrd="0" presId="urn:microsoft.com/office/officeart/2005/8/layout/hierarchy1"/>
    <dgm:cxn modelId="{A5CB846F-3AD5-4852-ABB4-40DEBE5718D0}" type="presOf" srcId="{A4B2D9A2-F851-4C66-880F-7897FFEE6AFD}" destId="{D64DF5A4-E2AC-46D6-9B07-E17B773792E2}" srcOrd="0" destOrd="0" presId="urn:microsoft.com/office/officeart/2005/8/layout/hierarchy1"/>
    <dgm:cxn modelId="{EE29FD4F-A616-4B5E-AAA1-570265C1E43C}" type="presOf" srcId="{E288F77A-EBF9-4F73-86C8-C956E6350F20}" destId="{1A723AB0-A11E-499B-9902-06402288FEBD}" srcOrd="0" destOrd="0" presId="urn:microsoft.com/office/officeart/2005/8/layout/hierarchy1"/>
    <dgm:cxn modelId="{7B39B850-CE28-40F8-A76D-969114406014}" type="presOf" srcId="{1BCECCB2-6903-4FDD-B788-DA60EB9D99EE}" destId="{80256E42-41FE-482A-906E-1A2422164FB5}" srcOrd="0" destOrd="0" presId="urn:microsoft.com/office/officeart/2005/8/layout/hierarchy1"/>
    <dgm:cxn modelId="{EFCA0E52-D349-427E-9271-ECAC7911F3D9}" type="presOf" srcId="{75DD5CC9-A4A9-4428-BC0E-921B6C6CF92E}" destId="{9CAD1D32-1E1A-488B-9BCE-03E4EBCE0EE7}" srcOrd="0" destOrd="0" presId="urn:microsoft.com/office/officeart/2005/8/layout/hierarchy1"/>
    <dgm:cxn modelId="{4E96C453-8093-4DA5-8E93-F7FDCBB052F2}" srcId="{C9017CA4-00AE-4B17-A0C6-1D8617BF02C1}" destId="{093016F6-7573-40ED-864F-4AC3BE5A2D9C}" srcOrd="0" destOrd="0" parTransId="{BCD5EF38-ED85-4A07-8DCD-BE0C62CA11E4}" sibTransId="{C158C987-0C8E-4869-B2B0-927F78048FD6}"/>
    <dgm:cxn modelId="{A2230854-7C70-495B-B63B-B68BD67613B7}" type="presOf" srcId="{83314F73-98A2-4DE3-B732-303D3462E99A}" destId="{86B7382B-8766-4AB1-8BA6-8CFC36D14000}" srcOrd="0" destOrd="0" presId="urn:microsoft.com/office/officeart/2005/8/layout/hierarchy1"/>
    <dgm:cxn modelId="{8A3B217A-B77F-4C15-A9F3-3CDA6B8651BB}" srcId="{DA7C4504-ADB6-461B-87C1-DE08FA8B19A8}" destId="{358B84DE-C4CB-43FF-B76A-52A66D997F4D}" srcOrd="1" destOrd="0" parTransId="{A47F86AB-15B5-479E-A5CC-DE59CF88CB8C}" sibTransId="{C686EB33-4B34-4D87-A679-62186B8A3755}"/>
    <dgm:cxn modelId="{C1F5F887-0FC2-4278-850A-66187D79CE24}" srcId="{358B84DE-C4CB-43FF-B76A-52A66D997F4D}" destId="{5773EC4B-F5B7-44FA-96E6-4B227512EA51}" srcOrd="0" destOrd="0" parTransId="{12C4D432-44FC-4084-B70F-2B71FD52082D}" sibTransId="{CD791FDE-E11F-47A3-879D-8D63FBE9FB0B}"/>
    <dgm:cxn modelId="{9AF6CC8B-4C45-4BBA-B5BB-F7F9E5B57FCD}" srcId="{8195F454-1C97-4715-9C46-0F37F95A9A21}" destId="{12CE7ED8-8510-4DDF-A8A3-16CA10343D21}" srcOrd="1" destOrd="0" parTransId="{A9B92022-C67A-4E86-A5DF-1DE1ECB279EF}" sibTransId="{C7F4743C-9585-44F8-BD20-6384C8D13BA0}"/>
    <dgm:cxn modelId="{020CB48C-3084-49A0-9B21-A14CA2A448CE}" type="presOf" srcId="{BCD5EF38-ED85-4A07-8DCD-BE0C62CA11E4}" destId="{E141E33E-F0D5-419F-BB41-7E1D43345952}" srcOrd="0" destOrd="0" presId="urn:microsoft.com/office/officeart/2005/8/layout/hierarchy1"/>
    <dgm:cxn modelId="{F536778F-DDC3-4498-B2D3-1EC08DBDF39E}" type="presOf" srcId="{45AA3161-D920-4F7F-AD7B-1C463114CE77}" destId="{95984DBA-AA02-46FE-8A8A-46A3377D110C}" srcOrd="0" destOrd="0" presId="urn:microsoft.com/office/officeart/2005/8/layout/hierarchy1"/>
    <dgm:cxn modelId="{F3C52190-1FFC-47E9-B441-CD35007F6C7D}" type="presOf" srcId="{12C4D432-44FC-4084-B70F-2B71FD52082D}" destId="{CF28C4B5-3CE7-4B30-A133-32597593629F}" srcOrd="0" destOrd="0" presId="urn:microsoft.com/office/officeart/2005/8/layout/hierarchy1"/>
    <dgm:cxn modelId="{DD364596-F82F-402C-A6D6-627C56F3A134}" type="presOf" srcId="{EF357A9A-AA2D-4B31-834D-F52F92B58D34}" destId="{A1001044-BF9A-4D3E-A231-233E3AA7877D}" srcOrd="0" destOrd="0" presId="urn:microsoft.com/office/officeart/2005/8/layout/hierarchy1"/>
    <dgm:cxn modelId="{A7AF9E99-0207-4A72-AB2D-1742DC8DC639}" srcId="{6CD03E83-61AB-4FD1-801D-D71EBE3CDB23}" destId="{F5C9D5D7-FA9D-4C52-9698-9AF7C6771BCC}" srcOrd="1" destOrd="0" parTransId="{63616045-7A9D-491E-BC59-BAFD26D12A35}" sibTransId="{8AF92541-4595-46F3-BE88-D4C305A88AF3}"/>
    <dgm:cxn modelId="{35F88A9C-4FA1-4353-A9DB-1860BD45766E}" type="presOf" srcId="{A691FB9B-A20D-4F6F-961F-82441FC0C538}" destId="{DB046AF8-E596-46B6-8973-1DD0F625DE42}" srcOrd="0" destOrd="0" presId="urn:microsoft.com/office/officeart/2005/8/layout/hierarchy1"/>
    <dgm:cxn modelId="{48C94DA1-2CEC-40FD-AE5B-8DC369FC1B3E}" srcId="{358B84DE-C4CB-43FF-B76A-52A66D997F4D}" destId="{6CD03E83-61AB-4FD1-801D-D71EBE3CDB23}" srcOrd="1" destOrd="0" parTransId="{8444CF8F-909B-40BA-80FA-5BEA3B0435B7}" sibTransId="{9FD0F001-1B46-4CC8-94A4-B2BD17152842}"/>
    <dgm:cxn modelId="{FEF3F2A5-FCE1-4E05-9C35-742E73C11040}" type="presOf" srcId="{F5C9D5D7-FA9D-4C52-9698-9AF7C6771BCC}" destId="{09042312-F208-4BE3-A094-8825BB4D2A43}" srcOrd="0" destOrd="0" presId="urn:microsoft.com/office/officeart/2005/8/layout/hierarchy1"/>
    <dgm:cxn modelId="{510E68A7-E829-4033-AFD2-BA5E52BB7D3D}" type="presOf" srcId="{8826CDB7-F2A2-4FE6-9F66-0105699F98C8}" destId="{A803E7DC-5130-4FE1-B23A-67D68D35A59D}" srcOrd="0" destOrd="0" presId="urn:microsoft.com/office/officeart/2005/8/layout/hierarchy1"/>
    <dgm:cxn modelId="{12B53EB4-DF13-42B3-8A1E-EF538724B8AC}" srcId="{F5C9D5D7-FA9D-4C52-9698-9AF7C6771BCC}" destId="{A691FB9B-A20D-4F6F-961F-82441FC0C538}" srcOrd="0" destOrd="0" parTransId="{A4B2D9A2-F851-4C66-880F-7897FFEE6AFD}" sibTransId="{71FF615A-18AA-43E0-BF44-18FA67167BA8}"/>
    <dgm:cxn modelId="{4ECEB3B5-43BD-42B3-B093-64886C28869D}" type="presOf" srcId="{B7EF5DCC-77F8-41A9-9394-E5735083C7D9}" destId="{287A4988-2C7F-498E-BDA8-FE4751C53D3A}" srcOrd="0" destOrd="0" presId="urn:microsoft.com/office/officeart/2005/8/layout/hierarchy1"/>
    <dgm:cxn modelId="{612FC1B6-2BFB-4B2A-BAB0-C4EB82A0C9C6}" srcId="{DA7C4504-ADB6-461B-87C1-DE08FA8B19A8}" destId="{8195F454-1C97-4715-9C46-0F37F95A9A21}" srcOrd="0" destOrd="0" parTransId="{915F4863-C686-4E6B-9B00-69E1DCBF6409}" sibTransId="{55641C88-D593-41DD-AD0E-DDADD7A99AC2}"/>
    <dgm:cxn modelId="{AE7A28C2-9A53-45CA-BC48-D79A9ADEA3CF}" type="presOf" srcId="{5C5C48CD-E400-4573-9D60-0B4FC2713D74}" destId="{A6DB78D0-ED54-4E8A-A3F7-70D098736A54}" srcOrd="0" destOrd="0" presId="urn:microsoft.com/office/officeart/2005/8/layout/hierarchy1"/>
    <dgm:cxn modelId="{11AF82C7-3C97-48E3-B688-0A8E50C48206}" srcId="{C9017CA4-00AE-4B17-A0C6-1D8617BF02C1}" destId="{83314F73-98A2-4DE3-B732-303D3462E99A}" srcOrd="1" destOrd="0" parTransId="{B7EF5DCC-77F8-41A9-9394-E5735083C7D9}" sibTransId="{B09071A5-FB6A-42AF-BC3E-408DD5E6E75F}"/>
    <dgm:cxn modelId="{FF15B0CC-31AD-4663-8973-15B019AA3ECB}" type="presOf" srcId="{CAF2EE3F-B943-462E-86FF-6CADBF07BF0B}" destId="{328021E3-3F1B-45AF-97F2-E69058BF0983}" srcOrd="0" destOrd="0" presId="urn:microsoft.com/office/officeart/2005/8/layout/hierarchy1"/>
    <dgm:cxn modelId="{9F8CE5CE-5A60-4B67-8BD9-D4867121A7E1}" type="presOf" srcId="{C9017CA4-00AE-4B17-A0C6-1D8617BF02C1}" destId="{B035DF2C-ABB4-4CAE-B09D-A10C4FA21338}" srcOrd="0" destOrd="0" presId="urn:microsoft.com/office/officeart/2005/8/layout/hierarchy1"/>
    <dgm:cxn modelId="{574252D1-647B-4498-9C5E-659D8E5CF3C0}" type="presOf" srcId="{FAB404A0-4FA0-4092-8D6A-F5F20C33209E}" destId="{F668AF8A-94EC-460F-8F59-C7F0E2CAA9FD}" srcOrd="0" destOrd="0" presId="urn:microsoft.com/office/officeart/2005/8/layout/hierarchy1"/>
    <dgm:cxn modelId="{6C6178D3-608E-484A-8E67-94B962546AD6}" type="presOf" srcId="{12CE7ED8-8510-4DDF-A8A3-16CA10343D21}" destId="{0FDD724C-D93C-45E6-8885-BCC5E5F52F31}" srcOrd="0" destOrd="0" presId="urn:microsoft.com/office/officeart/2005/8/layout/hierarchy1"/>
    <dgm:cxn modelId="{8892F4D6-3CCA-4B28-8B4B-9E40D5306F0D}" srcId="{12CE7ED8-8510-4DDF-A8A3-16CA10343D21}" destId="{CAF2EE3F-B943-462E-86FF-6CADBF07BF0B}" srcOrd="0" destOrd="0" parTransId="{45AA3161-D920-4F7F-AD7B-1C463114CE77}" sibTransId="{C8007205-1B28-40DE-9F5F-9657179C2B44}"/>
    <dgm:cxn modelId="{F9623BDD-38E6-472F-A056-527379D8F372}" srcId="{05984EDF-448B-4111-93A3-96649022EC58}" destId="{EF357A9A-AA2D-4B31-834D-F52F92B58D34}" srcOrd="0" destOrd="0" parTransId="{1BCECCB2-6903-4FDD-B788-DA60EB9D99EE}" sibTransId="{F8ACAF5B-723D-48EE-92D2-1F26AD42B1A5}"/>
    <dgm:cxn modelId="{12505CE4-F1FA-4461-9CAD-FF45E523845F}" type="presOf" srcId="{05984EDF-448B-4111-93A3-96649022EC58}" destId="{799DCB88-953F-436A-A13D-7BA6222E9CBB}" srcOrd="0" destOrd="0" presId="urn:microsoft.com/office/officeart/2005/8/layout/hierarchy1"/>
    <dgm:cxn modelId="{C8F064F4-D1E7-4ACF-B279-9E6C2AB296A2}" type="presOf" srcId="{C75718E2-990B-4470-8E68-3E4314D5DCB8}" destId="{B7ED9F9E-25F7-41AF-B61C-3878CD1D05D9}" srcOrd="0" destOrd="0" presId="urn:microsoft.com/office/officeart/2005/8/layout/hierarchy1"/>
    <dgm:cxn modelId="{552C04F9-FA87-49FB-B356-BD2BECF5DB2B}" type="presOf" srcId="{5773EC4B-F5B7-44FA-96E6-4B227512EA51}" destId="{25A52FF2-766A-4099-AD4A-EB21E6D76C4B}" srcOrd="0" destOrd="0" presId="urn:microsoft.com/office/officeart/2005/8/layout/hierarchy1"/>
    <dgm:cxn modelId="{B3BB5EA3-4A3F-46E4-91EE-10225045732C}" type="presParOf" srcId="{82FB659A-C04B-4332-B05F-86C54CDD83DB}" destId="{F8F00D2F-FB03-4627-8675-CE369D005FD8}" srcOrd="0" destOrd="0" presId="urn:microsoft.com/office/officeart/2005/8/layout/hierarchy1"/>
    <dgm:cxn modelId="{26F2C94A-73FB-4157-B22B-D1598759B4DD}" type="presParOf" srcId="{F8F00D2F-FB03-4627-8675-CE369D005FD8}" destId="{36F4017A-9466-44A9-B20D-F25C16630959}" srcOrd="0" destOrd="0" presId="urn:microsoft.com/office/officeart/2005/8/layout/hierarchy1"/>
    <dgm:cxn modelId="{69E85308-555F-4458-9B10-EFB84FA16C81}" type="presParOf" srcId="{36F4017A-9466-44A9-B20D-F25C16630959}" destId="{5DD50387-762F-4141-BDC5-9BF0505CBE4F}" srcOrd="0" destOrd="0" presId="urn:microsoft.com/office/officeart/2005/8/layout/hierarchy1"/>
    <dgm:cxn modelId="{19A30C8B-9E57-4C82-A428-9A493AFE0849}" type="presParOf" srcId="{36F4017A-9466-44A9-B20D-F25C16630959}" destId="{0166E10A-8CB6-4368-BE39-BD3F23E70B2E}" srcOrd="1" destOrd="0" presId="urn:microsoft.com/office/officeart/2005/8/layout/hierarchy1"/>
    <dgm:cxn modelId="{4790E762-795D-47A0-9887-6DA8C4BB7ABE}" type="presParOf" srcId="{F8F00D2F-FB03-4627-8675-CE369D005FD8}" destId="{7ACD8371-93A5-463D-878D-E9F39E3DAD62}" srcOrd="1" destOrd="0" presId="urn:microsoft.com/office/officeart/2005/8/layout/hierarchy1"/>
    <dgm:cxn modelId="{2EE3C6C9-4A49-4878-B0B0-76384CCEBDAE}" type="presParOf" srcId="{7ACD8371-93A5-463D-878D-E9F39E3DAD62}" destId="{AC2FCC87-55DB-4DF0-ACA3-FDCAB923E2F9}" srcOrd="0" destOrd="0" presId="urn:microsoft.com/office/officeart/2005/8/layout/hierarchy1"/>
    <dgm:cxn modelId="{1BC1558C-5835-495E-95E2-E3A71F5573DE}" type="presParOf" srcId="{7ACD8371-93A5-463D-878D-E9F39E3DAD62}" destId="{DA09A237-A1AB-4701-8EB7-6D0A2DABEB3D}" srcOrd="1" destOrd="0" presId="urn:microsoft.com/office/officeart/2005/8/layout/hierarchy1"/>
    <dgm:cxn modelId="{8538F308-FF66-4A8F-B2E2-5EC51041EA3E}" type="presParOf" srcId="{DA09A237-A1AB-4701-8EB7-6D0A2DABEB3D}" destId="{F812F913-149C-4310-A747-5154DAB0F87E}" srcOrd="0" destOrd="0" presId="urn:microsoft.com/office/officeart/2005/8/layout/hierarchy1"/>
    <dgm:cxn modelId="{FE00EEA3-6AE7-45AE-8DB6-2968065133D4}" type="presParOf" srcId="{F812F913-149C-4310-A747-5154DAB0F87E}" destId="{3DEE1012-75CE-47D4-BF57-5844BCB47B63}" srcOrd="0" destOrd="0" presId="urn:microsoft.com/office/officeart/2005/8/layout/hierarchy1"/>
    <dgm:cxn modelId="{EFB969A7-314E-4DA4-AED3-9CC5EAB424C7}" type="presParOf" srcId="{F812F913-149C-4310-A747-5154DAB0F87E}" destId="{D76DB0DC-3A80-4F4E-89BE-C107F526A9E4}" srcOrd="1" destOrd="0" presId="urn:microsoft.com/office/officeart/2005/8/layout/hierarchy1"/>
    <dgm:cxn modelId="{2DBAFDD5-35BD-4A5F-AAE5-28BF4B4536ED}" type="presParOf" srcId="{DA09A237-A1AB-4701-8EB7-6D0A2DABEB3D}" destId="{908D9A9E-CC52-46D9-99E1-D8B1FE09DF76}" srcOrd="1" destOrd="0" presId="urn:microsoft.com/office/officeart/2005/8/layout/hierarchy1"/>
    <dgm:cxn modelId="{6F54EE55-3C25-4783-BB43-D91602C88138}" type="presParOf" srcId="{908D9A9E-CC52-46D9-99E1-D8B1FE09DF76}" destId="{A6DB78D0-ED54-4E8A-A3F7-70D098736A54}" srcOrd="0" destOrd="0" presId="urn:microsoft.com/office/officeart/2005/8/layout/hierarchy1"/>
    <dgm:cxn modelId="{8D3CB6D5-2924-43F2-BDDF-98355CD2F488}" type="presParOf" srcId="{908D9A9E-CC52-46D9-99E1-D8B1FE09DF76}" destId="{E7F1ACC4-39A0-4D21-8E26-6E97B4906A15}" srcOrd="1" destOrd="0" presId="urn:microsoft.com/office/officeart/2005/8/layout/hierarchy1"/>
    <dgm:cxn modelId="{64C791D2-8900-41B9-94FB-CFF5B8F619C6}" type="presParOf" srcId="{E7F1ACC4-39A0-4D21-8E26-6E97B4906A15}" destId="{47AA698B-6E3C-4416-A83C-8B3386D07FD3}" srcOrd="0" destOrd="0" presId="urn:microsoft.com/office/officeart/2005/8/layout/hierarchy1"/>
    <dgm:cxn modelId="{2C75B8E3-7A0B-4FDE-9616-56C860AE716A}" type="presParOf" srcId="{47AA698B-6E3C-4416-A83C-8B3386D07FD3}" destId="{CF4316DC-930E-457D-9AF9-50D06192E171}" srcOrd="0" destOrd="0" presId="urn:microsoft.com/office/officeart/2005/8/layout/hierarchy1"/>
    <dgm:cxn modelId="{2F67DD97-D932-4F61-A3FE-14C5ACD90228}" type="presParOf" srcId="{47AA698B-6E3C-4416-A83C-8B3386D07FD3}" destId="{B035DF2C-ABB4-4CAE-B09D-A10C4FA21338}" srcOrd="1" destOrd="0" presId="urn:microsoft.com/office/officeart/2005/8/layout/hierarchy1"/>
    <dgm:cxn modelId="{60172DBD-3CC1-47AD-AE7C-A42318743B93}" type="presParOf" srcId="{E7F1ACC4-39A0-4D21-8E26-6E97B4906A15}" destId="{DECF7AC6-BD6D-40B0-9655-3FDB47AB51A8}" srcOrd="1" destOrd="0" presId="urn:microsoft.com/office/officeart/2005/8/layout/hierarchy1"/>
    <dgm:cxn modelId="{1FC64477-A1FF-4269-AE30-4D661F951F36}" type="presParOf" srcId="{DECF7AC6-BD6D-40B0-9655-3FDB47AB51A8}" destId="{E141E33E-F0D5-419F-BB41-7E1D43345952}" srcOrd="0" destOrd="0" presId="urn:microsoft.com/office/officeart/2005/8/layout/hierarchy1"/>
    <dgm:cxn modelId="{0D6A62D7-A082-4C66-B47D-154B69F74E85}" type="presParOf" srcId="{DECF7AC6-BD6D-40B0-9655-3FDB47AB51A8}" destId="{BEFD00DE-0950-4783-A7CD-AD97DEC14AE0}" srcOrd="1" destOrd="0" presId="urn:microsoft.com/office/officeart/2005/8/layout/hierarchy1"/>
    <dgm:cxn modelId="{545EB4C5-3A1E-45E0-B368-456BC5DB6D20}" type="presParOf" srcId="{BEFD00DE-0950-4783-A7CD-AD97DEC14AE0}" destId="{4FFC6A55-4C50-4A0D-92F8-9D6C10395B6B}" srcOrd="0" destOrd="0" presId="urn:microsoft.com/office/officeart/2005/8/layout/hierarchy1"/>
    <dgm:cxn modelId="{0418C67F-C1D6-47C4-AA9F-6808AD26DB8C}" type="presParOf" srcId="{4FFC6A55-4C50-4A0D-92F8-9D6C10395B6B}" destId="{ED340FB3-D428-4BE4-BCEB-21D932E9683B}" srcOrd="0" destOrd="0" presId="urn:microsoft.com/office/officeart/2005/8/layout/hierarchy1"/>
    <dgm:cxn modelId="{4C5FB415-F17F-4DAF-8F42-2C92BDDA356E}" type="presParOf" srcId="{4FFC6A55-4C50-4A0D-92F8-9D6C10395B6B}" destId="{E9B3A7A0-7209-4977-B0F1-414E268978D3}" srcOrd="1" destOrd="0" presId="urn:microsoft.com/office/officeart/2005/8/layout/hierarchy1"/>
    <dgm:cxn modelId="{0204125A-0B9E-48D6-890F-B33AC784AE97}" type="presParOf" srcId="{BEFD00DE-0950-4783-A7CD-AD97DEC14AE0}" destId="{E57FC4B9-9A94-4DA4-8041-B25507FCC393}" srcOrd="1" destOrd="0" presId="urn:microsoft.com/office/officeart/2005/8/layout/hierarchy1"/>
    <dgm:cxn modelId="{616BE341-2C8B-4094-B094-C09FF71A977A}" type="presParOf" srcId="{E57FC4B9-9A94-4DA4-8041-B25507FCC393}" destId="{F668AF8A-94EC-460F-8F59-C7F0E2CAA9FD}" srcOrd="0" destOrd="0" presId="urn:microsoft.com/office/officeart/2005/8/layout/hierarchy1"/>
    <dgm:cxn modelId="{5895A887-7C27-426F-A550-92613022DEF7}" type="presParOf" srcId="{E57FC4B9-9A94-4DA4-8041-B25507FCC393}" destId="{9AF190C7-11AF-4A85-9F9F-35CDD1C9B063}" srcOrd="1" destOrd="0" presId="urn:microsoft.com/office/officeart/2005/8/layout/hierarchy1"/>
    <dgm:cxn modelId="{2E0B2463-3D09-4D0E-90BC-FC41999D41E7}" type="presParOf" srcId="{9AF190C7-11AF-4A85-9F9F-35CDD1C9B063}" destId="{945415D7-6AEB-443F-B807-AC94FCFE2266}" srcOrd="0" destOrd="0" presId="urn:microsoft.com/office/officeart/2005/8/layout/hierarchy1"/>
    <dgm:cxn modelId="{3747B10C-F239-47D0-8A8E-44614776186B}" type="presParOf" srcId="{945415D7-6AEB-443F-B807-AC94FCFE2266}" destId="{10DBD38E-0F5D-4DCB-A466-5B5C02C55017}" srcOrd="0" destOrd="0" presId="urn:microsoft.com/office/officeart/2005/8/layout/hierarchy1"/>
    <dgm:cxn modelId="{A2DBE415-41A6-470E-AB67-832627E17D84}" type="presParOf" srcId="{945415D7-6AEB-443F-B807-AC94FCFE2266}" destId="{A67B57FE-6A65-433B-805E-3500722E0F4D}" srcOrd="1" destOrd="0" presId="urn:microsoft.com/office/officeart/2005/8/layout/hierarchy1"/>
    <dgm:cxn modelId="{3FF01DA5-7438-44D3-8003-14A2DFE81C3E}" type="presParOf" srcId="{9AF190C7-11AF-4A85-9F9F-35CDD1C9B063}" destId="{A906BAD4-3D3D-4840-BA44-80A90A622608}" srcOrd="1" destOrd="0" presId="urn:microsoft.com/office/officeart/2005/8/layout/hierarchy1"/>
    <dgm:cxn modelId="{DC02BB43-E5C0-445C-9487-1A22B93D1A6A}" type="presParOf" srcId="{DECF7AC6-BD6D-40B0-9655-3FDB47AB51A8}" destId="{287A4988-2C7F-498E-BDA8-FE4751C53D3A}" srcOrd="2" destOrd="0" presId="urn:microsoft.com/office/officeart/2005/8/layout/hierarchy1"/>
    <dgm:cxn modelId="{274A1016-7FDB-42F8-96BC-AC7FE4B5EADE}" type="presParOf" srcId="{DECF7AC6-BD6D-40B0-9655-3FDB47AB51A8}" destId="{12D4D6B6-A098-4FC8-83F7-24666CDC61A6}" srcOrd="3" destOrd="0" presId="urn:microsoft.com/office/officeart/2005/8/layout/hierarchy1"/>
    <dgm:cxn modelId="{AC3BC62A-A2A3-4AE1-B9CD-A10B4E4D6B70}" type="presParOf" srcId="{12D4D6B6-A098-4FC8-83F7-24666CDC61A6}" destId="{78E2804B-9A10-408B-BB1E-395840368E10}" srcOrd="0" destOrd="0" presId="urn:microsoft.com/office/officeart/2005/8/layout/hierarchy1"/>
    <dgm:cxn modelId="{A0019449-53A7-443A-B730-9C5A132F33ED}" type="presParOf" srcId="{78E2804B-9A10-408B-BB1E-395840368E10}" destId="{7E8A1FC6-6FD3-4E57-A197-8B4703CF23E6}" srcOrd="0" destOrd="0" presId="urn:microsoft.com/office/officeart/2005/8/layout/hierarchy1"/>
    <dgm:cxn modelId="{82836967-6895-483F-B169-47000DE3FCD3}" type="presParOf" srcId="{78E2804B-9A10-408B-BB1E-395840368E10}" destId="{86B7382B-8766-4AB1-8BA6-8CFC36D14000}" srcOrd="1" destOrd="0" presId="urn:microsoft.com/office/officeart/2005/8/layout/hierarchy1"/>
    <dgm:cxn modelId="{2F7138BE-FB65-4C07-A013-CC2D36D2FAD4}" type="presParOf" srcId="{12D4D6B6-A098-4FC8-83F7-24666CDC61A6}" destId="{C95BD7BB-D98E-4761-9307-7ABA079498E5}" srcOrd="1" destOrd="0" presId="urn:microsoft.com/office/officeart/2005/8/layout/hierarchy1"/>
    <dgm:cxn modelId="{B12C047F-3BBA-4717-87D2-8BDBE737623A}" type="presParOf" srcId="{908D9A9E-CC52-46D9-99E1-D8B1FE09DF76}" destId="{99844C79-46BA-4970-A688-1BABA629889B}" srcOrd="2" destOrd="0" presId="urn:microsoft.com/office/officeart/2005/8/layout/hierarchy1"/>
    <dgm:cxn modelId="{39DA815E-A224-437D-898F-F5B8DEC153B6}" type="presParOf" srcId="{908D9A9E-CC52-46D9-99E1-D8B1FE09DF76}" destId="{82AEDB0D-46AA-4C0F-B53A-1C4EDEB86CAB}" srcOrd="3" destOrd="0" presId="urn:microsoft.com/office/officeart/2005/8/layout/hierarchy1"/>
    <dgm:cxn modelId="{CE038756-6140-4C94-91EF-85CAC4F4CB56}" type="presParOf" srcId="{82AEDB0D-46AA-4C0F-B53A-1C4EDEB86CAB}" destId="{3134FC57-BB35-49C4-93EA-64B54FAFF326}" srcOrd="0" destOrd="0" presId="urn:microsoft.com/office/officeart/2005/8/layout/hierarchy1"/>
    <dgm:cxn modelId="{A8606396-1DB5-42DE-8548-B535A5ABD0CC}" type="presParOf" srcId="{3134FC57-BB35-49C4-93EA-64B54FAFF326}" destId="{0130A830-91BF-4D2E-A0F1-D9AF794CE361}" srcOrd="0" destOrd="0" presId="urn:microsoft.com/office/officeart/2005/8/layout/hierarchy1"/>
    <dgm:cxn modelId="{95CA0F36-181F-4ED2-A917-1CBA117457D9}" type="presParOf" srcId="{3134FC57-BB35-49C4-93EA-64B54FAFF326}" destId="{0FDD724C-D93C-45E6-8885-BCC5E5F52F31}" srcOrd="1" destOrd="0" presId="urn:microsoft.com/office/officeart/2005/8/layout/hierarchy1"/>
    <dgm:cxn modelId="{FEBE56B9-69E7-4173-AF87-48C6FA0DEC44}" type="presParOf" srcId="{82AEDB0D-46AA-4C0F-B53A-1C4EDEB86CAB}" destId="{E3195DBB-B049-4728-ACFC-5893441EB603}" srcOrd="1" destOrd="0" presId="urn:microsoft.com/office/officeart/2005/8/layout/hierarchy1"/>
    <dgm:cxn modelId="{BD202136-240B-4FD1-9ABA-043E1E508C86}" type="presParOf" srcId="{E3195DBB-B049-4728-ACFC-5893441EB603}" destId="{95984DBA-AA02-46FE-8A8A-46A3377D110C}" srcOrd="0" destOrd="0" presId="urn:microsoft.com/office/officeart/2005/8/layout/hierarchy1"/>
    <dgm:cxn modelId="{19C5A6D3-604D-4994-9C5F-BEC279E7E3D4}" type="presParOf" srcId="{E3195DBB-B049-4728-ACFC-5893441EB603}" destId="{52FF3B98-5500-4A7F-ACE4-58840A22F36A}" srcOrd="1" destOrd="0" presId="urn:microsoft.com/office/officeart/2005/8/layout/hierarchy1"/>
    <dgm:cxn modelId="{8F600EEB-4708-4A4D-8C73-BA10B1FCC7F6}" type="presParOf" srcId="{52FF3B98-5500-4A7F-ACE4-58840A22F36A}" destId="{14074D6B-1038-460B-BFB8-1676B86CFF65}" srcOrd="0" destOrd="0" presId="urn:microsoft.com/office/officeart/2005/8/layout/hierarchy1"/>
    <dgm:cxn modelId="{DD885AD4-5C59-4A56-A318-DF073B9F5576}" type="presParOf" srcId="{14074D6B-1038-460B-BFB8-1676B86CFF65}" destId="{B60DE612-7551-47DC-922C-6F081E750EF7}" srcOrd="0" destOrd="0" presId="urn:microsoft.com/office/officeart/2005/8/layout/hierarchy1"/>
    <dgm:cxn modelId="{6E4FF804-5D51-4A77-984E-BC9A8B258B95}" type="presParOf" srcId="{14074D6B-1038-460B-BFB8-1676B86CFF65}" destId="{328021E3-3F1B-45AF-97F2-E69058BF0983}" srcOrd="1" destOrd="0" presId="urn:microsoft.com/office/officeart/2005/8/layout/hierarchy1"/>
    <dgm:cxn modelId="{70FEC202-0815-4C08-8CBD-8C4F3225C838}" type="presParOf" srcId="{52FF3B98-5500-4A7F-ACE4-58840A22F36A}" destId="{A73BA54E-1E8E-484C-927F-31FA97020909}" srcOrd="1" destOrd="0" presId="urn:microsoft.com/office/officeart/2005/8/layout/hierarchy1"/>
    <dgm:cxn modelId="{66A51809-EC2A-4B4B-926E-016BC44C005D}" type="presParOf" srcId="{E3195DBB-B049-4728-ACFC-5893441EB603}" destId="{3BD2E073-B091-487A-A1B9-46186E11BAE2}" srcOrd="2" destOrd="0" presId="urn:microsoft.com/office/officeart/2005/8/layout/hierarchy1"/>
    <dgm:cxn modelId="{98FBD3C2-4321-472F-A2B5-FB1F843155FA}" type="presParOf" srcId="{E3195DBB-B049-4728-ACFC-5893441EB603}" destId="{1E856FED-2905-4E43-888E-326EBD11CF41}" srcOrd="3" destOrd="0" presId="urn:microsoft.com/office/officeart/2005/8/layout/hierarchy1"/>
    <dgm:cxn modelId="{6F28313E-6938-477E-8D7D-8D3744AD4A07}" type="presParOf" srcId="{1E856FED-2905-4E43-888E-326EBD11CF41}" destId="{BB3EB141-E28C-42C1-8978-8E9811C07182}" srcOrd="0" destOrd="0" presId="urn:microsoft.com/office/officeart/2005/8/layout/hierarchy1"/>
    <dgm:cxn modelId="{5F203671-D4AB-45CE-B5B2-68A8FBBE9331}" type="presParOf" srcId="{BB3EB141-E28C-42C1-8978-8E9811C07182}" destId="{BFE3C260-0DA4-49F1-BB72-E9BCCB28708F}" srcOrd="0" destOrd="0" presId="urn:microsoft.com/office/officeart/2005/8/layout/hierarchy1"/>
    <dgm:cxn modelId="{2A6C758D-D9A8-470F-A878-CDED3C56FF52}" type="presParOf" srcId="{BB3EB141-E28C-42C1-8978-8E9811C07182}" destId="{9CAD1D32-1E1A-488B-9BCE-03E4EBCE0EE7}" srcOrd="1" destOrd="0" presId="urn:microsoft.com/office/officeart/2005/8/layout/hierarchy1"/>
    <dgm:cxn modelId="{BCBB24C8-4EB3-49C1-9D61-B3057C3E2497}" type="presParOf" srcId="{1E856FED-2905-4E43-888E-326EBD11CF41}" destId="{A9AF52D8-D904-46FA-BC8F-A51E95E95021}" srcOrd="1" destOrd="0" presId="urn:microsoft.com/office/officeart/2005/8/layout/hierarchy1"/>
    <dgm:cxn modelId="{44E976B4-8B5A-4043-9BDA-06408EE5136F}" type="presParOf" srcId="{7ACD8371-93A5-463D-878D-E9F39E3DAD62}" destId="{F6889AF7-AA11-4AB2-A1BC-1833607E0AB0}" srcOrd="2" destOrd="0" presId="urn:microsoft.com/office/officeart/2005/8/layout/hierarchy1"/>
    <dgm:cxn modelId="{E61830DF-9BAE-4D3C-B0E7-860CB489AEA4}" type="presParOf" srcId="{7ACD8371-93A5-463D-878D-E9F39E3DAD62}" destId="{71AF3D91-D03C-439E-BF7F-87514448A508}" srcOrd="3" destOrd="0" presId="urn:microsoft.com/office/officeart/2005/8/layout/hierarchy1"/>
    <dgm:cxn modelId="{E264B0FE-41AF-4696-A503-371150D4A889}" type="presParOf" srcId="{71AF3D91-D03C-439E-BF7F-87514448A508}" destId="{7729BF88-1898-425E-A82F-F2DE225948E3}" srcOrd="0" destOrd="0" presId="urn:microsoft.com/office/officeart/2005/8/layout/hierarchy1"/>
    <dgm:cxn modelId="{2F49BA94-E12B-4D29-ABE1-338DE1F5EDA2}" type="presParOf" srcId="{7729BF88-1898-425E-A82F-F2DE225948E3}" destId="{09F92605-196B-4DC1-9598-58B8E4036873}" srcOrd="0" destOrd="0" presId="urn:microsoft.com/office/officeart/2005/8/layout/hierarchy1"/>
    <dgm:cxn modelId="{E3FF7F0F-B86A-4ECA-97AE-E513D29DC9AF}" type="presParOf" srcId="{7729BF88-1898-425E-A82F-F2DE225948E3}" destId="{20741B28-AC4D-425F-99F6-D834006B511F}" srcOrd="1" destOrd="0" presId="urn:microsoft.com/office/officeart/2005/8/layout/hierarchy1"/>
    <dgm:cxn modelId="{0282DD9D-EF41-47B2-8FEB-AADD4CEB6C5F}" type="presParOf" srcId="{71AF3D91-D03C-439E-BF7F-87514448A508}" destId="{FA336EA6-5D7A-4A28-93A5-D241BA978950}" srcOrd="1" destOrd="0" presId="urn:microsoft.com/office/officeart/2005/8/layout/hierarchy1"/>
    <dgm:cxn modelId="{D2398935-C589-4AC8-8E18-63C4EF017A08}" type="presParOf" srcId="{FA336EA6-5D7A-4A28-93A5-D241BA978950}" destId="{CF28C4B5-3CE7-4B30-A133-32597593629F}" srcOrd="0" destOrd="0" presId="urn:microsoft.com/office/officeart/2005/8/layout/hierarchy1"/>
    <dgm:cxn modelId="{F3317F88-07D7-428D-8F76-16B0056C0881}" type="presParOf" srcId="{FA336EA6-5D7A-4A28-93A5-D241BA978950}" destId="{B58E2C25-C9E3-4053-A7FD-BDF2E0D1AEAA}" srcOrd="1" destOrd="0" presId="urn:microsoft.com/office/officeart/2005/8/layout/hierarchy1"/>
    <dgm:cxn modelId="{FCF5134A-FF9D-436D-9253-98E2086ED6A0}" type="presParOf" srcId="{B58E2C25-C9E3-4053-A7FD-BDF2E0D1AEAA}" destId="{FE85D361-B931-4DC4-B014-708D867BE241}" srcOrd="0" destOrd="0" presId="urn:microsoft.com/office/officeart/2005/8/layout/hierarchy1"/>
    <dgm:cxn modelId="{155C3D1D-8974-4066-A3A5-2BBC5DFE98A7}" type="presParOf" srcId="{FE85D361-B931-4DC4-B014-708D867BE241}" destId="{B0998C56-F9A2-4A63-AFB4-D65A1511E583}" srcOrd="0" destOrd="0" presId="urn:microsoft.com/office/officeart/2005/8/layout/hierarchy1"/>
    <dgm:cxn modelId="{137318E8-BC72-4A36-A80E-9F0DC810F8D7}" type="presParOf" srcId="{FE85D361-B931-4DC4-B014-708D867BE241}" destId="{25A52FF2-766A-4099-AD4A-EB21E6D76C4B}" srcOrd="1" destOrd="0" presId="urn:microsoft.com/office/officeart/2005/8/layout/hierarchy1"/>
    <dgm:cxn modelId="{5A9B683A-2E8E-485D-A29F-7C2A4584BCD7}" type="presParOf" srcId="{B58E2C25-C9E3-4053-A7FD-BDF2E0D1AEAA}" destId="{B0A3E434-D319-4CBD-920F-6E035B06EB4B}" srcOrd="1" destOrd="0" presId="urn:microsoft.com/office/officeart/2005/8/layout/hierarchy1"/>
    <dgm:cxn modelId="{B3CED4FD-8E4F-46ED-8CB2-1B5C99EBDF2E}" type="presParOf" srcId="{FA336EA6-5D7A-4A28-93A5-D241BA978950}" destId="{24736E6E-DD21-457A-8903-76D418257062}" srcOrd="2" destOrd="0" presId="urn:microsoft.com/office/officeart/2005/8/layout/hierarchy1"/>
    <dgm:cxn modelId="{8F33D0C1-AD15-4628-8331-932EAD74BAC2}" type="presParOf" srcId="{FA336EA6-5D7A-4A28-93A5-D241BA978950}" destId="{20017390-1F2D-4FD1-ADC6-C9367EE8E159}" srcOrd="3" destOrd="0" presId="urn:microsoft.com/office/officeart/2005/8/layout/hierarchy1"/>
    <dgm:cxn modelId="{6270FB72-1486-4D64-91B0-95E1CFD267E5}" type="presParOf" srcId="{20017390-1F2D-4FD1-ADC6-C9367EE8E159}" destId="{5ED96444-F814-480D-97CC-85892CF6CD77}" srcOrd="0" destOrd="0" presId="urn:microsoft.com/office/officeart/2005/8/layout/hierarchy1"/>
    <dgm:cxn modelId="{AAE63424-54C3-4582-B6CC-15B4F74B0C54}" type="presParOf" srcId="{5ED96444-F814-480D-97CC-85892CF6CD77}" destId="{AB9C8649-4DC6-4C16-AB3C-20EFB126A358}" srcOrd="0" destOrd="0" presId="urn:microsoft.com/office/officeart/2005/8/layout/hierarchy1"/>
    <dgm:cxn modelId="{15F60BE5-A9BD-422E-9FA7-BE6F5D7C171C}" type="presParOf" srcId="{5ED96444-F814-480D-97CC-85892CF6CD77}" destId="{D3C367FF-0B77-4ABC-AF9F-954B8E6FA230}" srcOrd="1" destOrd="0" presId="urn:microsoft.com/office/officeart/2005/8/layout/hierarchy1"/>
    <dgm:cxn modelId="{59C89534-4E87-437D-B32A-1F3AF023BC95}" type="presParOf" srcId="{20017390-1F2D-4FD1-ADC6-C9367EE8E159}" destId="{A03E9B24-2B66-4947-98ED-268DCE0F7472}" srcOrd="1" destOrd="0" presId="urn:microsoft.com/office/officeart/2005/8/layout/hierarchy1"/>
    <dgm:cxn modelId="{9A806D97-09D5-4F45-B67C-85AFC6B5B43B}" type="presParOf" srcId="{A03E9B24-2B66-4947-98ED-268DCE0F7472}" destId="{A803E7DC-5130-4FE1-B23A-67D68D35A59D}" srcOrd="0" destOrd="0" presId="urn:microsoft.com/office/officeart/2005/8/layout/hierarchy1"/>
    <dgm:cxn modelId="{E8D5E78F-8DD1-4D1F-A321-553C65D77C61}" type="presParOf" srcId="{A03E9B24-2B66-4947-98ED-268DCE0F7472}" destId="{759878B0-15FD-4573-AC34-73454DD81259}" srcOrd="1" destOrd="0" presId="urn:microsoft.com/office/officeart/2005/8/layout/hierarchy1"/>
    <dgm:cxn modelId="{776564A6-AEFF-4EF4-9B2F-5F071CEE7A26}" type="presParOf" srcId="{759878B0-15FD-4573-AC34-73454DD81259}" destId="{52BBA0E3-0B85-4BE0-A42F-30D871A4235F}" srcOrd="0" destOrd="0" presId="urn:microsoft.com/office/officeart/2005/8/layout/hierarchy1"/>
    <dgm:cxn modelId="{230241C9-E6D1-4E5D-85E1-18A62D4708A8}" type="presParOf" srcId="{52BBA0E3-0B85-4BE0-A42F-30D871A4235F}" destId="{07F919A6-2470-477F-B218-115DCD7D65A0}" srcOrd="0" destOrd="0" presId="urn:microsoft.com/office/officeart/2005/8/layout/hierarchy1"/>
    <dgm:cxn modelId="{F1B47CB4-96C3-4E92-A5FA-95C13B8820D1}" type="presParOf" srcId="{52BBA0E3-0B85-4BE0-A42F-30D871A4235F}" destId="{799DCB88-953F-436A-A13D-7BA6222E9CBB}" srcOrd="1" destOrd="0" presId="urn:microsoft.com/office/officeart/2005/8/layout/hierarchy1"/>
    <dgm:cxn modelId="{A8DAB090-04E4-4258-A756-A51F92134FEA}" type="presParOf" srcId="{759878B0-15FD-4573-AC34-73454DD81259}" destId="{A288264B-8F85-478E-96E4-A0C689F6C2A6}" srcOrd="1" destOrd="0" presId="urn:microsoft.com/office/officeart/2005/8/layout/hierarchy1"/>
    <dgm:cxn modelId="{AAB65916-270C-40BF-B69E-B4A64EFB2EDE}" type="presParOf" srcId="{A288264B-8F85-478E-96E4-A0C689F6C2A6}" destId="{80256E42-41FE-482A-906E-1A2422164FB5}" srcOrd="0" destOrd="0" presId="urn:microsoft.com/office/officeart/2005/8/layout/hierarchy1"/>
    <dgm:cxn modelId="{35DBA2D0-BEA1-4E06-B9B1-57F7544D90CF}" type="presParOf" srcId="{A288264B-8F85-478E-96E4-A0C689F6C2A6}" destId="{96F6E6DA-8E59-4C83-BAB3-CC2F23F009AA}" srcOrd="1" destOrd="0" presId="urn:microsoft.com/office/officeart/2005/8/layout/hierarchy1"/>
    <dgm:cxn modelId="{619BC0AF-82AE-4504-91E3-2A7049C1BC02}" type="presParOf" srcId="{96F6E6DA-8E59-4C83-BAB3-CC2F23F009AA}" destId="{BB8DFC41-A0D2-4FBA-8D03-1C316F91DD48}" srcOrd="0" destOrd="0" presId="urn:microsoft.com/office/officeart/2005/8/layout/hierarchy1"/>
    <dgm:cxn modelId="{DD4B7A81-D2E5-4339-B3C1-8221E182850C}" type="presParOf" srcId="{BB8DFC41-A0D2-4FBA-8D03-1C316F91DD48}" destId="{5F9EAED3-A91D-47D3-A52A-A6C49014064E}" srcOrd="0" destOrd="0" presId="urn:microsoft.com/office/officeart/2005/8/layout/hierarchy1"/>
    <dgm:cxn modelId="{30E27CE0-79AB-401C-B956-F69821F11BF8}" type="presParOf" srcId="{BB8DFC41-A0D2-4FBA-8D03-1C316F91DD48}" destId="{A1001044-BF9A-4D3E-A231-233E3AA7877D}" srcOrd="1" destOrd="0" presId="urn:microsoft.com/office/officeart/2005/8/layout/hierarchy1"/>
    <dgm:cxn modelId="{AB39395E-007F-425F-BF33-1E878B5236C2}" type="presParOf" srcId="{96F6E6DA-8E59-4C83-BAB3-CC2F23F009AA}" destId="{17401336-1DCD-4345-A292-CFC6DAA97C93}" srcOrd="1" destOrd="0" presId="urn:microsoft.com/office/officeart/2005/8/layout/hierarchy1"/>
    <dgm:cxn modelId="{20D2745E-C1BD-40B5-8C56-6F1F3F7D8617}" type="presParOf" srcId="{17401336-1DCD-4345-A292-CFC6DAA97C93}" destId="{86A871A2-38DF-4F62-9420-147A79E6190E}" srcOrd="0" destOrd="0" presId="urn:microsoft.com/office/officeart/2005/8/layout/hierarchy1"/>
    <dgm:cxn modelId="{3CC4DAB5-DBDE-4704-9854-05E0316BF2AE}" type="presParOf" srcId="{17401336-1DCD-4345-A292-CFC6DAA97C93}" destId="{2275EFCD-7E17-4FAB-A1F0-126C7E2AEC89}" srcOrd="1" destOrd="0" presId="urn:microsoft.com/office/officeart/2005/8/layout/hierarchy1"/>
    <dgm:cxn modelId="{12BE5BF0-9103-479C-ABE0-920E7F075EFC}" type="presParOf" srcId="{2275EFCD-7E17-4FAB-A1F0-126C7E2AEC89}" destId="{FE77CAF3-E6AE-4CAA-BCF0-8116EEC9E69D}" srcOrd="0" destOrd="0" presId="urn:microsoft.com/office/officeart/2005/8/layout/hierarchy1"/>
    <dgm:cxn modelId="{3F1D5674-FE30-4468-AFC4-EF63D7E5FCB0}" type="presParOf" srcId="{FE77CAF3-E6AE-4CAA-BCF0-8116EEC9E69D}" destId="{8FA72957-1189-44DF-9CB1-CAA8BF8AF6E2}" srcOrd="0" destOrd="0" presId="urn:microsoft.com/office/officeart/2005/8/layout/hierarchy1"/>
    <dgm:cxn modelId="{55684154-8553-4242-9B14-94CF192999C7}" type="presParOf" srcId="{FE77CAF3-E6AE-4CAA-BCF0-8116EEC9E69D}" destId="{B7ED9F9E-25F7-41AF-B61C-3878CD1D05D9}" srcOrd="1" destOrd="0" presId="urn:microsoft.com/office/officeart/2005/8/layout/hierarchy1"/>
    <dgm:cxn modelId="{E27C33BB-F606-4F7D-BF96-23E6EF59606F}" type="presParOf" srcId="{2275EFCD-7E17-4FAB-A1F0-126C7E2AEC89}" destId="{DB7E9475-7D95-47DE-9DEF-3AA9DECC3055}" srcOrd="1" destOrd="0" presId="urn:microsoft.com/office/officeart/2005/8/layout/hierarchy1"/>
    <dgm:cxn modelId="{7FFDAFEA-27AA-49D3-9151-5768BB03A8C7}" type="presParOf" srcId="{A03E9B24-2B66-4947-98ED-268DCE0F7472}" destId="{D6884F36-F7D1-4FF5-81AC-08A419FEEFAA}" srcOrd="2" destOrd="0" presId="urn:microsoft.com/office/officeart/2005/8/layout/hierarchy1"/>
    <dgm:cxn modelId="{7DB3E6A7-C22A-4B26-A00A-A39AFF13F266}" type="presParOf" srcId="{A03E9B24-2B66-4947-98ED-268DCE0F7472}" destId="{0356DC7E-6C54-4ACE-A5A3-0125979BEF43}" srcOrd="3" destOrd="0" presId="urn:microsoft.com/office/officeart/2005/8/layout/hierarchy1"/>
    <dgm:cxn modelId="{6777E3ED-191E-418E-8D95-D8BD75ABBD22}" type="presParOf" srcId="{0356DC7E-6C54-4ACE-A5A3-0125979BEF43}" destId="{481684B3-DCA4-4192-B23D-CAC2814685BD}" srcOrd="0" destOrd="0" presId="urn:microsoft.com/office/officeart/2005/8/layout/hierarchy1"/>
    <dgm:cxn modelId="{D44DC3FB-93A9-4B91-A30B-3C5280B4B128}" type="presParOf" srcId="{481684B3-DCA4-4192-B23D-CAC2814685BD}" destId="{ADB98950-44BA-417E-80F8-3B077771310F}" srcOrd="0" destOrd="0" presId="urn:microsoft.com/office/officeart/2005/8/layout/hierarchy1"/>
    <dgm:cxn modelId="{EF88DA89-FCC9-4BB1-93B3-E74DDF04372E}" type="presParOf" srcId="{481684B3-DCA4-4192-B23D-CAC2814685BD}" destId="{09042312-F208-4BE3-A094-8825BB4D2A43}" srcOrd="1" destOrd="0" presId="urn:microsoft.com/office/officeart/2005/8/layout/hierarchy1"/>
    <dgm:cxn modelId="{77E54307-4480-454A-A0C9-C083CA147FCD}" type="presParOf" srcId="{0356DC7E-6C54-4ACE-A5A3-0125979BEF43}" destId="{B56F8498-E953-49C6-95D8-771B97B8F4C9}" srcOrd="1" destOrd="0" presId="urn:microsoft.com/office/officeart/2005/8/layout/hierarchy1"/>
    <dgm:cxn modelId="{02F6156B-9A7F-4373-899E-3F1E04DC10C9}" type="presParOf" srcId="{B56F8498-E953-49C6-95D8-771B97B8F4C9}" destId="{D64DF5A4-E2AC-46D6-9B07-E17B773792E2}" srcOrd="0" destOrd="0" presId="urn:microsoft.com/office/officeart/2005/8/layout/hierarchy1"/>
    <dgm:cxn modelId="{C501F690-9BE5-478F-B4F5-B8F07BDE9F9D}" type="presParOf" srcId="{B56F8498-E953-49C6-95D8-771B97B8F4C9}" destId="{2BC59847-503D-4243-96AB-50176DD4BDA3}" srcOrd="1" destOrd="0" presId="urn:microsoft.com/office/officeart/2005/8/layout/hierarchy1"/>
    <dgm:cxn modelId="{BE6A9522-4286-456F-A0DF-278B3020A3C0}" type="presParOf" srcId="{2BC59847-503D-4243-96AB-50176DD4BDA3}" destId="{37B96F94-DAD5-4775-A3D4-A4292000A011}" srcOrd="0" destOrd="0" presId="urn:microsoft.com/office/officeart/2005/8/layout/hierarchy1"/>
    <dgm:cxn modelId="{197C656B-448B-4C41-9336-2ABAD00C529A}" type="presParOf" srcId="{37B96F94-DAD5-4775-A3D4-A4292000A011}" destId="{83AD2FF0-A044-47D3-8B27-96FA27437F48}" srcOrd="0" destOrd="0" presId="urn:microsoft.com/office/officeart/2005/8/layout/hierarchy1"/>
    <dgm:cxn modelId="{33280AFA-69E9-47F1-863E-99D8754782B2}" type="presParOf" srcId="{37B96F94-DAD5-4775-A3D4-A4292000A011}" destId="{DB046AF8-E596-46B6-8973-1DD0F625DE42}" srcOrd="1" destOrd="0" presId="urn:microsoft.com/office/officeart/2005/8/layout/hierarchy1"/>
    <dgm:cxn modelId="{32EA4BDA-82CF-4AE5-8D15-96E1F65860B0}" type="presParOf" srcId="{2BC59847-503D-4243-96AB-50176DD4BDA3}" destId="{F1973C95-17B7-42B2-888B-1415BD7F0461}" srcOrd="1" destOrd="0" presId="urn:microsoft.com/office/officeart/2005/8/layout/hierarchy1"/>
    <dgm:cxn modelId="{17243DD6-ADA3-4A5C-AF50-53F53AC05A9B}" type="presParOf" srcId="{B56F8498-E953-49C6-95D8-771B97B8F4C9}" destId="{1A723AB0-A11E-499B-9902-06402288FEBD}" srcOrd="2" destOrd="0" presId="urn:microsoft.com/office/officeart/2005/8/layout/hierarchy1"/>
    <dgm:cxn modelId="{410095E6-B191-4100-B214-A762AB5C97C4}" type="presParOf" srcId="{B56F8498-E953-49C6-95D8-771B97B8F4C9}" destId="{84D449C4-71A7-49E7-B8B9-71CF3EBA3101}" srcOrd="3" destOrd="0" presId="urn:microsoft.com/office/officeart/2005/8/layout/hierarchy1"/>
    <dgm:cxn modelId="{F2F0FD7D-CFF5-4C16-9F57-2A05C6B28974}" type="presParOf" srcId="{84D449C4-71A7-49E7-B8B9-71CF3EBA3101}" destId="{6AFEBEDA-5AD8-4ED6-B0D0-02930DAD2340}" srcOrd="0" destOrd="0" presId="urn:microsoft.com/office/officeart/2005/8/layout/hierarchy1"/>
    <dgm:cxn modelId="{D1DF83ED-B40D-4324-B528-F0550F25421D}" type="presParOf" srcId="{6AFEBEDA-5AD8-4ED6-B0D0-02930DAD2340}" destId="{5E1AD244-F982-4006-B92E-C26D5BFFA536}" srcOrd="0" destOrd="0" presId="urn:microsoft.com/office/officeart/2005/8/layout/hierarchy1"/>
    <dgm:cxn modelId="{9A5C52E1-0B56-4F9E-BEE3-75F447540075}" type="presParOf" srcId="{6AFEBEDA-5AD8-4ED6-B0D0-02930DAD2340}" destId="{5D28BBAC-BAF9-469C-A1E4-3F864AEBBB11}" srcOrd="1" destOrd="0" presId="urn:microsoft.com/office/officeart/2005/8/layout/hierarchy1"/>
    <dgm:cxn modelId="{5A40B0E7-F682-415D-9DAB-16195B33694B}" type="presParOf" srcId="{84D449C4-71A7-49E7-B8B9-71CF3EBA3101}" destId="{07608018-B13D-4CD1-92AE-9B0CB3776EC1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723AB0-A11E-499B-9902-06402288FEBD}">
      <dsp:nvSpPr>
        <dsp:cNvPr id="0" name=""/>
        <dsp:cNvSpPr/>
      </dsp:nvSpPr>
      <dsp:spPr>
        <a:xfrm>
          <a:off x="6496885" y="4229426"/>
          <a:ext cx="478105" cy="2532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0813"/>
              </a:lnTo>
              <a:lnTo>
                <a:pt x="478105" y="170813"/>
              </a:lnTo>
              <a:lnTo>
                <a:pt x="478105" y="253223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4DF5A4-E2AC-46D6-9B07-E17B773792E2}">
      <dsp:nvSpPr>
        <dsp:cNvPr id="0" name=""/>
        <dsp:cNvSpPr/>
      </dsp:nvSpPr>
      <dsp:spPr>
        <a:xfrm>
          <a:off x="5887727" y="4229426"/>
          <a:ext cx="609158" cy="253223"/>
        </a:xfrm>
        <a:custGeom>
          <a:avLst/>
          <a:gdLst/>
          <a:ahLst/>
          <a:cxnLst/>
          <a:rect l="0" t="0" r="0" b="0"/>
          <a:pathLst>
            <a:path>
              <a:moveTo>
                <a:pt x="609158" y="0"/>
              </a:moveTo>
              <a:lnTo>
                <a:pt x="609158" y="170813"/>
              </a:lnTo>
              <a:lnTo>
                <a:pt x="0" y="170813"/>
              </a:lnTo>
              <a:lnTo>
                <a:pt x="0" y="253223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884F36-F7D1-4FF5-81AC-08A419FEEFAA}">
      <dsp:nvSpPr>
        <dsp:cNvPr id="0" name=""/>
        <dsp:cNvSpPr/>
      </dsp:nvSpPr>
      <dsp:spPr>
        <a:xfrm>
          <a:off x="5615910" y="3400327"/>
          <a:ext cx="880974" cy="26421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1806"/>
              </a:lnTo>
              <a:lnTo>
                <a:pt x="880974" y="181806"/>
              </a:lnTo>
              <a:lnTo>
                <a:pt x="880974" y="264215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6A871A2-38DF-4F62-9420-147A79E6190E}">
      <dsp:nvSpPr>
        <dsp:cNvPr id="0" name=""/>
        <dsp:cNvSpPr/>
      </dsp:nvSpPr>
      <dsp:spPr>
        <a:xfrm>
          <a:off x="4754742" y="5047533"/>
          <a:ext cx="91440" cy="2587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871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256E42-41FE-482A-906E-1A2422164FB5}">
      <dsp:nvSpPr>
        <dsp:cNvPr id="0" name=""/>
        <dsp:cNvSpPr/>
      </dsp:nvSpPr>
      <dsp:spPr>
        <a:xfrm>
          <a:off x="4754742" y="4223930"/>
          <a:ext cx="91440" cy="2587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871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03E7DC-5130-4FE1-B23A-67D68D35A59D}">
      <dsp:nvSpPr>
        <dsp:cNvPr id="0" name=""/>
        <dsp:cNvSpPr/>
      </dsp:nvSpPr>
      <dsp:spPr>
        <a:xfrm>
          <a:off x="4800462" y="3400327"/>
          <a:ext cx="815448" cy="258719"/>
        </a:xfrm>
        <a:custGeom>
          <a:avLst/>
          <a:gdLst/>
          <a:ahLst/>
          <a:cxnLst/>
          <a:rect l="0" t="0" r="0" b="0"/>
          <a:pathLst>
            <a:path>
              <a:moveTo>
                <a:pt x="815448" y="0"/>
              </a:moveTo>
              <a:lnTo>
                <a:pt x="815448" y="176309"/>
              </a:lnTo>
              <a:lnTo>
                <a:pt x="0" y="176309"/>
              </a:lnTo>
              <a:lnTo>
                <a:pt x="0" y="25871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736E6E-DD21-457A-8903-76D418257062}">
      <dsp:nvSpPr>
        <dsp:cNvPr id="0" name=""/>
        <dsp:cNvSpPr/>
      </dsp:nvSpPr>
      <dsp:spPr>
        <a:xfrm>
          <a:off x="5072278" y="2576724"/>
          <a:ext cx="543632" cy="258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309"/>
              </a:lnTo>
              <a:lnTo>
                <a:pt x="543632" y="176309"/>
              </a:lnTo>
              <a:lnTo>
                <a:pt x="543632" y="25871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28C4B5-3CE7-4B30-A133-32597593629F}">
      <dsp:nvSpPr>
        <dsp:cNvPr id="0" name=""/>
        <dsp:cNvSpPr/>
      </dsp:nvSpPr>
      <dsp:spPr>
        <a:xfrm>
          <a:off x="4528646" y="2576724"/>
          <a:ext cx="543632" cy="258719"/>
        </a:xfrm>
        <a:custGeom>
          <a:avLst/>
          <a:gdLst/>
          <a:ahLst/>
          <a:cxnLst/>
          <a:rect l="0" t="0" r="0" b="0"/>
          <a:pathLst>
            <a:path>
              <a:moveTo>
                <a:pt x="543632" y="0"/>
              </a:moveTo>
              <a:lnTo>
                <a:pt x="543632" y="176309"/>
              </a:lnTo>
              <a:lnTo>
                <a:pt x="0" y="176309"/>
              </a:lnTo>
              <a:lnTo>
                <a:pt x="0" y="25871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889AF7-AA11-4AB2-A1BC-1833607E0AB0}">
      <dsp:nvSpPr>
        <dsp:cNvPr id="0" name=""/>
        <dsp:cNvSpPr/>
      </dsp:nvSpPr>
      <dsp:spPr>
        <a:xfrm>
          <a:off x="3577289" y="1753121"/>
          <a:ext cx="1494988" cy="258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309"/>
              </a:lnTo>
              <a:lnTo>
                <a:pt x="1494988" y="176309"/>
              </a:lnTo>
              <a:lnTo>
                <a:pt x="1494988" y="258719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D2E073-B091-487A-A1B9-46186E11BAE2}">
      <dsp:nvSpPr>
        <dsp:cNvPr id="0" name=""/>
        <dsp:cNvSpPr/>
      </dsp:nvSpPr>
      <dsp:spPr>
        <a:xfrm>
          <a:off x="3169565" y="3400327"/>
          <a:ext cx="543632" cy="258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309"/>
              </a:lnTo>
              <a:lnTo>
                <a:pt x="543632" y="176309"/>
              </a:lnTo>
              <a:lnTo>
                <a:pt x="543632" y="25871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5984DBA-AA02-46FE-8A8A-46A3377D110C}">
      <dsp:nvSpPr>
        <dsp:cNvPr id="0" name=""/>
        <dsp:cNvSpPr/>
      </dsp:nvSpPr>
      <dsp:spPr>
        <a:xfrm>
          <a:off x="2625933" y="3400327"/>
          <a:ext cx="543632" cy="258719"/>
        </a:xfrm>
        <a:custGeom>
          <a:avLst/>
          <a:gdLst/>
          <a:ahLst/>
          <a:cxnLst/>
          <a:rect l="0" t="0" r="0" b="0"/>
          <a:pathLst>
            <a:path>
              <a:moveTo>
                <a:pt x="543632" y="0"/>
              </a:moveTo>
              <a:lnTo>
                <a:pt x="543632" y="176309"/>
              </a:lnTo>
              <a:lnTo>
                <a:pt x="0" y="176309"/>
              </a:lnTo>
              <a:lnTo>
                <a:pt x="0" y="25871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844C79-46BA-4970-A688-1BABA629889B}">
      <dsp:nvSpPr>
        <dsp:cNvPr id="0" name=""/>
        <dsp:cNvSpPr/>
      </dsp:nvSpPr>
      <dsp:spPr>
        <a:xfrm>
          <a:off x="2082300" y="2576724"/>
          <a:ext cx="1087264" cy="258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309"/>
              </a:lnTo>
              <a:lnTo>
                <a:pt x="1087264" y="176309"/>
              </a:lnTo>
              <a:lnTo>
                <a:pt x="1087264" y="25871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7A4988-2C7F-498E-BDA8-FE4751C53D3A}">
      <dsp:nvSpPr>
        <dsp:cNvPr id="0" name=""/>
        <dsp:cNvSpPr/>
      </dsp:nvSpPr>
      <dsp:spPr>
        <a:xfrm>
          <a:off x="995036" y="3400327"/>
          <a:ext cx="543632" cy="25871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6309"/>
              </a:lnTo>
              <a:lnTo>
                <a:pt x="543632" y="176309"/>
              </a:lnTo>
              <a:lnTo>
                <a:pt x="543632" y="25871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68AF8A-94EC-460F-8F59-C7F0E2CAA9FD}">
      <dsp:nvSpPr>
        <dsp:cNvPr id="0" name=""/>
        <dsp:cNvSpPr/>
      </dsp:nvSpPr>
      <dsp:spPr>
        <a:xfrm>
          <a:off x="405684" y="4223930"/>
          <a:ext cx="91440" cy="25871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5871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41E33E-F0D5-419F-BB41-7E1D43345952}">
      <dsp:nvSpPr>
        <dsp:cNvPr id="0" name=""/>
        <dsp:cNvSpPr/>
      </dsp:nvSpPr>
      <dsp:spPr>
        <a:xfrm>
          <a:off x="451404" y="3400327"/>
          <a:ext cx="543632" cy="258719"/>
        </a:xfrm>
        <a:custGeom>
          <a:avLst/>
          <a:gdLst/>
          <a:ahLst/>
          <a:cxnLst/>
          <a:rect l="0" t="0" r="0" b="0"/>
          <a:pathLst>
            <a:path>
              <a:moveTo>
                <a:pt x="543632" y="0"/>
              </a:moveTo>
              <a:lnTo>
                <a:pt x="543632" y="176309"/>
              </a:lnTo>
              <a:lnTo>
                <a:pt x="0" y="176309"/>
              </a:lnTo>
              <a:lnTo>
                <a:pt x="0" y="25871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DB78D0-ED54-4E8A-A3F7-70D098736A54}">
      <dsp:nvSpPr>
        <dsp:cNvPr id="0" name=""/>
        <dsp:cNvSpPr/>
      </dsp:nvSpPr>
      <dsp:spPr>
        <a:xfrm>
          <a:off x="995036" y="2576724"/>
          <a:ext cx="1087264" cy="258719"/>
        </a:xfrm>
        <a:custGeom>
          <a:avLst/>
          <a:gdLst/>
          <a:ahLst/>
          <a:cxnLst/>
          <a:rect l="0" t="0" r="0" b="0"/>
          <a:pathLst>
            <a:path>
              <a:moveTo>
                <a:pt x="1087264" y="0"/>
              </a:moveTo>
              <a:lnTo>
                <a:pt x="1087264" y="176309"/>
              </a:lnTo>
              <a:lnTo>
                <a:pt x="0" y="176309"/>
              </a:lnTo>
              <a:lnTo>
                <a:pt x="0" y="258719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2FCC87-55DB-4DF0-ACA3-FDCAB923E2F9}">
      <dsp:nvSpPr>
        <dsp:cNvPr id="0" name=""/>
        <dsp:cNvSpPr/>
      </dsp:nvSpPr>
      <dsp:spPr>
        <a:xfrm>
          <a:off x="2082300" y="1753121"/>
          <a:ext cx="1494988" cy="258719"/>
        </a:xfrm>
        <a:custGeom>
          <a:avLst/>
          <a:gdLst/>
          <a:ahLst/>
          <a:cxnLst/>
          <a:rect l="0" t="0" r="0" b="0"/>
          <a:pathLst>
            <a:path>
              <a:moveTo>
                <a:pt x="1494988" y="0"/>
              </a:moveTo>
              <a:lnTo>
                <a:pt x="1494988" y="176309"/>
              </a:lnTo>
              <a:lnTo>
                <a:pt x="0" y="176309"/>
              </a:lnTo>
              <a:lnTo>
                <a:pt x="0" y="258719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D50387-762F-4141-BDC5-9BF0505CBE4F}">
      <dsp:nvSpPr>
        <dsp:cNvPr id="0" name=""/>
        <dsp:cNvSpPr/>
      </dsp:nvSpPr>
      <dsp:spPr>
        <a:xfrm>
          <a:off x="3132499" y="1188238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66E10A-8CB6-4368-BE39-BD3F23E70B2E}">
      <dsp:nvSpPr>
        <dsp:cNvPr id="0" name=""/>
        <dsp:cNvSpPr/>
      </dsp:nvSpPr>
      <dsp:spPr>
        <a:xfrm>
          <a:off x="3231341" y="1282138"/>
          <a:ext cx="889580" cy="564883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¿Tiene olor?</a:t>
          </a:r>
          <a:endParaRPr lang="es-ES" sz="1000" kern="1200" dirty="0"/>
        </a:p>
      </dsp:txBody>
      <dsp:txXfrm>
        <a:off x="3247886" y="1298683"/>
        <a:ext cx="856490" cy="531793"/>
      </dsp:txXfrm>
    </dsp:sp>
    <dsp:sp modelId="{3DEE1012-75CE-47D4-BF57-5844BCB47B63}">
      <dsp:nvSpPr>
        <dsp:cNvPr id="0" name=""/>
        <dsp:cNvSpPr/>
      </dsp:nvSpPr>
      <dsp:spPr>
        <a:xfrm>
          <a:off x="1637510" y="2011841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6DB0DC-3A80-4F4E-89BE-C107F526A9E4}">
      <dsp:nvSpPr>
        <dsp:cNvPr id="0" name=""/>
        <dsp:cNvSpPr/>
      </dsp:nvSpPr>
      <dsp:spPr>
        <a:xfrm>
          <a:off x="1736353" y="2105741"/>
          <a:ext cx="889580" cy="564883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¿Raíz pie casa?</a:t>
          </a:r>
          <a:endParaRPr lang="es-ES" sz="1000" kern="1200" dirty="0"/>
        </a:p>
      </dsp:txBody>
      <dsp:txXfrm>
        <a:off x="1752898" y="2122286"/>
        <a:ext cx="856490" cy="531793"/>
      </dsp:txXfrm>
    </dsp:sp>
    <dsp:sp modelId="{CF4316DC-930E-457D-9AF9-50D06192E171}">
      <dsp:nvSpPr>
        <dsp:cNvPr id="0" name=""/>
        <dsp:cNvSpPr/>
      </dsp:nvSpPr>
      <dsp:spPr>
        <a:xfrm>
          <a:off x="550246" y="2835444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35DF2C-ABB4-4CAE-B09D-A10C4FA21338}">
      <dsp:nvSpPr>
        <dsp:cNvPr id="0" name=""/>
        <dsp:cNvSpPr/>
      </dsp:nvSpPr>
      <dsp:spPr>
        <a:xfrm>
          <a:off x="649088" y="2929344"/>
          <a:ext cx="889580" cy="564883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¿Raíz pie enraizada?</a:t>
          </a:r>
          <a:endParaRPr lang="es-ES" sz="1000" kern="1200" dirty="0"/>
        </a:p>
      </dsp:txBody>
      <dsp:txXfrm>
        <a:off x="665633" y="2945889"/>
        <a:ext cx="856490" cy="531793"/>
      </dsp:txXfrm>
    </dsp:sp>
    <dsp:sp modelId="{ED340FB3-D428-4BE4-BCEB-21D932E9683B}">
      <dsp:nvSpPr>
        <dsp:cNvPr id="0" name=""/>
        <dsp:cNvSpPr/>
      </dsp:nvSpPr>
      <dsp:spPr>
        <a:xfrm>
          <a:off x="6613" y="3659047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B3A7A0-7209-4977-B0F1-414E268978D3}">
      <dsp:nvSpPr>
        <dsp:cNvPr id="0" name=""/>
        <dsp:cNvSpPr/>
      </dsp:nvSpPr>
      <dsp:spPr>
        <a:xfrm>
          <a:off x="105456" y="3752947"/>
          <a:ext cx="889580" cy="564883"/>
        </a:xfrm>
        <a:prstGeom prst="roundRect">
          <a:avLst>
            <a:gd name="adj" fmla="val 10000"/>
          </a:avLst>
        </a:prstGeom>
        <a:solidFill>
          <a:schemeClr val="accent5">
            <a:alpha val="9000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Venenoso: 3009</a:t>
          </a:r>
          <a:endParaRPr lang="es-ES" sz="1000" kern="1200" dirty="0"/>
        </a:p>
      </dsp:txBody>
      <dsp:txXfrm>
        <a:off x="122001" y="3769492"/>
        <a:ext cx="856490" cy="531793"/>
      </dsp:txXfrm>
    </dsp:sp>
    <dsp:sp modelId="{10DBD38E-0F5D-4DCB-A466-5B5C02C55017}">
      <dsp:nvSpPr>
        <dsp:cNvPr id="0" name=""/>
        <dsp:cNvSpPr/>
      </dsp:nvSpPr>
      <dsp:spPr>
        <a:xfrm>
          <a:off x="6613" y="4482650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B57FE-6A65-433B-805E-3500722E0F4D}">
      <dsp:nvSpPr>
        <dsp:cNvPr id="0" name=""/>
        <dsp:cNvSpPr/>
      </dsp:nvSpPr>
      <dsp:spPr>
        <a:xfrm>
          <a:off x="105456" y="4576550"/>
          <a:ext cx="889580" cy="564883"/>
        </a:xfrm>
        <a:prstGeom prst="roundRect">
          <a:avLst>
            <a:gd name="adj" fmla="val 10000"/>
          </a:avLst>
        </a:prstGeom>
        <a:solidFill>
          <a:schemeClr val="accent6">
            <a:alpha val="9000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Comestible: 74</a:t>
          </a:r>
          <a:endParaRPr lang="es-ES" sz="1000" kern="1200" dirty="0"/>
        </a:p>
      </dsp:txBody>
      <dsp:txXfrm>
        <a:off x="122001" y="4593095"/>
        <a:ext cx="856490" cy="531793"/>
      </dsp:txXfrm>
    </dsp:sp>
    <dsp:sp modelId="{7E8A1FC6-6FD3-4E57-A197-8B4703CF23E6}">
      <dsp:nvSpPr>
        <dsp:cNvPr id="0" name=""/>
        <dsp:cNvSpPr/>
      </dsp:nvSpPr>
      <dsp:spPr>
        <a:xfrm>
          <a:off x="1093878" y="3659047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B7382B-8766-4AB1-8BA6-8CFC36D14000}">
      <dsp:nvSpPr>
        <dsp:cNvPr id="0" name=""/>
        <dsp:cNvSpPr/>
      </dsp:nvSpPr>
      <dsp:spPr>
        <a:xfrm>
          <a:off x="1192720" y="3752947"/>
          <a:ext cx="889580" cy="564883"/>
        </a:xfrm>
        <a:prstGeom prst="roundRect">
          <a:avLst>
            <a:gd name="adj" fmla="val 10000"/>
          </a:avLst>
        </a:prstGeom>
        <a:solidFill>
          <a:schemeClr val="accent1">
            <a:alpha val="9000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Comestible: 152</a:t>
          </a:r>
          <a:endParaRPr lang="es-ES" sz="1000" kern="1200" dirty="0"/>
        </a:p>
      </dsp:txBody>
      <dsp:txXfrm>
        <a:off x="1209265" y="3769492"/>
        <a:ext cx="856490" cy="531793"/>
      </dsp:txXfrm>
    </dsp:sp>
    <dsp:sp modelId="{0130A830-91BF-4D2E-A0F1-D9AF794CE361}">
      <dsp:nvSpPr>
        <dsp:cNvPr id="0" name=""/>
        <dsp:cNvSpPr/>
      </dsp:nvSpPr>
      <dsp:spPr>
        <a:xfrm>
          <a:off x="2724775" y="2835444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D724C-D93C-45E6-8885-BCC5E5F52F31}">
      <dsp:nvSpPr>
        <dsp:cNvPr id="0" name=""/>
        <dsp:cNvSpPr/>
      </dsp:nvSpPr>
      <dsp:spPr>
        <a:xfrm>
          <a:off x="2823617" y="2929344"/>
          <a:ext cx="889580" cy="564883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¿Superficie bajo anillo suave?</a:t>
          </a:r>
          <a:endParaRPr lang="es-ES" sz="1000" kern="1200" dirty="0"/>
        </a:p>
      </dsp:txBody>
      <dsp:txXfrm>
        <a:off x="2840162" y="2945889"/>
        <a:ext cx="856490" cy="531793"/>
      </dsp:txXfrm>
    </dsp:sp>
    <dsp:sp modelId="{B60DE612-7551-47DC-922C-6F081E750EF7}">
      <dsp:nvSpPr>
        <dsp:cNvPr id="0" name=""/>
        <dsp:cNvSpPr/>
      </dsp:nvSpPr>
      <dsp:spPr>
        <a:xfrm>
          <a:off x="2181143" y="3659047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8021E3-3F1B-45AF-97F2-E69058BF0983}">
      <dsp:nvSpPr>
        <dsp:cNvPr id="0" name=""/>
        <dsp:cNvSpPr/>
      </dsp:nvSpPr>
      <dsp:spPr>
        <a:xfrm>
          <a:off x="2279985" y="3752947"/>
          <a:ext cx="889580" cy="564883"/>
        </a:xfrm>
        <a:prstGeom prst="roundRect">
          <a:avLst>
            <a:gd name="adj" fmla="val 10000"/>
          </a:avLst>
        </a:prstGeom>
        <a:solidFill>
          <a:schemeClr val="accent5">
            <a:alpha val="9000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Venenoso: 27</a:t>
          </a:r>
          <a:endParaRPr lang="es-ES" sz="1000" kern="1200" dirty="0"/>
        </a:p>
      </dsp:txBody>
      <dsp:txXfrm>
        <a:off x="2296530" y="3769492"/>
        <a:ext cx="856490" cy="531793"/>
      </dsp:txXfrm>
    </dsp:sp>
    <dsp:sp modelId="{BFE3C260-0DA4-49F1-BB72-E9BCCB28708F}">
      <dsp:nvSpPr>
        <dsp:cNvPr id="0" name=""/>
        <dsp:cNvSpPr/>
      </dsp:nvSpPr>
      <dsp:spPr>
        <a:xfrm>
          <a:off x="3268407" y="3659047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AD1D32-1E1A-488B-9BCE-03E4EBCE0EE7}">
      <dsp:nvSpPr>
        <dsp:cNvPr id="0" name=""/>
        <dsp:cNvSpPr/>
      </dsp:nvSpPr>
      <dsp:spPr>
        <a:xfrm>
          <a:off x="3367250" y="3752947"/>
          <a:ext cx="889580" cy="564883"/>
        </a:xfrm>
        <a:prstGeom prst="roundRect">
          <a:avLst>
            <a:gd name="adj" fmla="val 10000"/>
          </a:avLst>
        </a:prstGeom>
        <a:solidFill>
          <a:schemeClr val="accent1">
            <a:alpha val="9000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Comestible: 411</a:t>
          </a:r>
          <a:endParaRPr lang="es-ES" sz="1000" kern="1200" dirty="0"/>
        </a:p>
      </dsp:txBody>
      <dsp:txXfrm>
        <a:off x="3383795" y="3769492"/>
        <a:ext cx="856490" cy="531793"/>
      </dsp:txXfrm>
    </dsp:sp>
    <dsp:sp modelId="{09F92605-196B-4DC1-9598-58B8E4036873}">
      <dsp:nvSpPr>
        <dsp:cNvPr id="0" name=""/>
        <dsp:cNvSpPr/>
      </dsp:nvSpPr>
      <dsp:spPr>
        <a:xfrm>
          <a:off x="4627488" y="2011841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41B28-AC4D-425F-99F6-D834006B511F}">
      <dsp:nvSpPr>
        <dsp:cNvPr id="0" name=""/>
        <dsp:cNvSpPr/>
      </dsp:nvSpPr>
      <dsp:spPr>
        <a:xfrm>
          <a:off x="4726330" y="2105741"/>
          <a:ext cx="889580" cy="564883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¿Color esporas verde?</a:t>
          </a:r>
          <a:endParaRPr lang="es-ES" sz="1000" kern="1200" dirty="0"/>
        </a:p>
      </dsp:txBody>
      <dsp:txXfrm>
        <a:off x="4742875" y="2122286"/>
        <a:ext cx="856490" cy="531793"/>
      </dsp:txXfrm>
    </dsp:sp>
    <dsp:sp modelId="{B0998C56-F9A2-4A63-AFB4-D65A1511E583}">
      <dsp:nvSpPr>
        <dsp:cNvPr id="0" name=""/>
        <dsp:cNvSpPr/>
      </dsp:nvSpPr>
      <dsp:spPr>
        <a:xfrm>
          <a:off x="4083856" y="2835444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52FF2-766A-4099-AD4A-EB21E6D76C4B}">
      <dsp:nvSpPr>
        <dsp:cNvPr id="0" name=""/>
        <dsp:cNvSpPr/>
      </dsp:nvSpPr>
      <dsp:spPr>
        <a:xfrm>
          <a:off x="4182698" y="2929344"/>
          <a:ext cx="889580" cy="564883"/>
        </a:xfrm>
        <a:prstGeom prst="roundRect">
          <a:avLst>
            <a:gd name="adj" fmla="val 10000"/>
          </a:avLst>
        </a:prstGeom>
        <a:solidFill>
          <a:schemeClr val="accent5">
            <a:alpha val="9000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Venenoso: 61</a:t>
          </a:r>
          <a:endParaRPr lang="es-ES" sz="1000" kern="1200" dirty="0"/>
        </a:p>
      </dsp:txBody>
      <dsp:txXfrm>
        <a:off x="4199243" y="2945889"/>
        <a:ext cx="856490" cy="531793"/>
      </dsp:txXfrm>
    </dsp:sp>
    <dsp:sp modelId="{AB9C8649-4DC6-4C16-AB3C-20EFB126A358}">
      <dsp:nvSpPr>
        <dsp:cNvPr id="0" name=""/>
        <dsp:cNvSpPr/>
      </dsp:nvSpPr>
      <dsp:spPr>
        <a:xfrm>
          <a:off x="5171120" y="2835444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C367FF-0B77-4ABC-AF9F-954B8E6FA230}">
      <dsp:nvSpPr>
        <dsp:cNvPr id="0" name=""/>
        <dsp:cNvSpPr/>
      </dsp:nvSpPr>
      <dsp:spPr>
        <a:xfrm>
          <a:off x="5269963" y="2929344"/>
          <a:ext cx="889580" cy="564883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¿Superficie bajo anillo escamosa?</a:t>
          </a:r>
          <a:endParaRPr lang="es-ES" sz="1000" kern="1200" dirty="0"/>
        </a:p>
      </dsp:txBody>
      <dsp:txXfrm>
        <a:off x="5286508" y="2945889"/>
        <a:ext cx="856490" cy="531793"/>
      </dsp:txXfrm>
    </dsp:sp>
    <dsp:sp modelId="{07F919A6-2470-477F-B218-115DCD7D65A0}">
      <dsp:nvSpPr>
        <dsp:cNvPr id="0" name=""/>
        <dsp:cNvSpPr/>
      </dsp:nvSpPr>
      <dsp:spPr>
        <a:xfrm>
          <a:off x="4355672" y="3659047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9DCB88-953F-436A-A13D-7BA6222E9CBB}">
      <dsp:nvSpPr>
        <dsp:cNvPr id="0" name=""/>
        <dsp:cNvSpPr/>
      </dsp:nvSpPr>
      <dsp:spPr>
        <a:xfrm>
          <a:off x="4454514" y="3752947"/>
          <a:ext cx="889580" cy="564883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¿Color pie sobre anillo marrón?</a:t>
          </a:r>
          <a:endParaRPr lang="es-ES" sz="1000" kern="1200" dirty="0"/>
        </a:p>
      </dsp:txBody>
      <dsp:txXfrm>
        <a:off x="4471059" y="3769492"/>
        <a:ext cx="856490" cy="531793"/>
      </dsp:txXfrm>
    </dsp:sp>
    <dsp:sp modelId="{5F9EAED3-A91D-47D3-A52A-A6C49014064E}">
      <dsp:nvSpPr>
        <dsp:cNvPr id="0" name=""/>
        <dsp:cNvSpPr/>
      </dsp:nvSpPr>
      <dsp:spPr>
        <a:xfrm>
          <a:off x="4355672" y="4482650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001044-BF9A-4D3E-A231-233E3AA7877D}">
      <dsp:nvSpPr>
        <dsp:cNvPr id="0" name=""/>
        <dsp:cNvSpPr/>
      </dsp:nvSpPr>
      <dsp:spPr>
        <a:xfrm>
          <a:off x="4454514" y="4576550"/>
          <a:ext cx="889580" cy="564883"/>
        </a:xfrm>
        <a:prstGeom prst="roundRect">
          <a:avLst>
            <a:gd name="adj" fmla="val 10000"/>
          </a:avLst>
        </a:prstGeom>
        <a:solidFill>
          <a:schemeClr val="accent5">
            <a:alpha val="9000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Venenoso: 31</a:t>
          </a:r>
          <a:endParaRPr lang="es-ES" sz="1000" kern="1200" dirty="0"/>
        </a:p>
      </dsp:txBody>
      <dsp:txXfrm>
        <a:off x="4471059" y="4593095"/>
        <a:ext cx="856490" cy="531793"/>
      </dsp:txXfrm>
    </dsp:sp>
    <dsp:sp modelId="{8FA72957-1189-44DF-9CB1-CAA8BF8AF6E2}">
      <dsp:nvSpPr>
        <dsp:cNvPr id="0" name=""/>
        <dsp:cNvSpPr/>
      </dsp:nvSpPr>
      <dsp:spPr>
        <a:xfrm>
          <a:off x="4355672" y="5306253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ED9F9E-25F7-41AF-B61C-3878CD1D05D9}">
      <dsp:nvSpPr>
        <dsp:cNvPr id="0" name=""/>
        <dsp:cNvSpPr/>
      </dsp:nvSpPr>
      <dsp:spPr>
        <a:xfrm>
          <a:off x="4454514" y="5400153"/>
          <a:ext cx="889580" cy="564883"/>
        </a:xfrm>
        <a:prstGeom prst="roundRect">
          <a:avLst>
            <a:gd name="adj" fmla="val 10000"/>
          </a:avLst>
        </a:prstGeom>
        <a:solidFill>
          <a:schemeClr val="accent6">
            <a:alpha val="9000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Comestible: 12</a:t>
          </a:r>
          <a:endParaRPr lang="es-ES" sz="1000" kern="1200" dirty="0"/>
        </a:p>
      </dsp:txBody>
      <dsp:txXfrm>
        <a:off x="4471059" y="5416698"/>
        <a:ext cx="856490" cy="531793"/>
      </dsp:txXfrm>
    </dsp:sp>
    <dsp:sp modelId="{ADB98950-44BA-417E-80F8-3B077771310F}">
      <dsp:nvSpPr>
        <dsp:cNvPr id="0" name=""/>
        <dsp:cNvSpPr/>
      </dsp:nvSpPr>
      <dsp:spPr>
        <a:xfrm>
          <a:off x="6052095" y="3664543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042312-F208-4BE3-A094-8825BB4D2A43}">
      <dsp:nvSpPr>
        <dsp:cNvPr id="0" name=""/>
        <dsp:cNvSpPr/>
      </dsp:nvSpPr>
      <dsp:spPr>
        <a:xfrm>
          <a:off x="6150938" y="3758443"/>
          <a:ext cx="889580" cy="564883"/>
        </a:xfrm>
        <a:prstGeom prst="roundRect">
          <a:avLst>
            <a:gd name="adj" fmla="val 10000"/>
          </a:avLst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¿Tiene hematomas?</a:t>
          </a:r>
          <a:endParaRPr lang="es-ES" sz="1000" kern="1200" dirty="0"/>
        </a:p>
      </dsp:txBody>
      <dsp:txXfrm>
        <a:off x="6167483" y="3774988"/>
        <a:ext cx="856490" cy="531793"/>
      </dsp:txXfrm>
    </dsp:sp>
    <dsp:sp modelId="{83AD2FF0-A044-47D3-8B27-96FA27437F48}">
      <dsp:nvSpPr>
        <dsp:cNvPr id="0" name=""/>
        <dsp:cNvSpPr/>
      </dsp:nvSpPr>
      <dsp:spPr>
        <a:xfrm>
          <a:off x="5442937" y="4482650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46AF8-E596-46B6-8973-1DD0F625DE42}">
      <dsp:nvSpPr>
        <dsp:cNvPr id="0" name=""/>
        <dsp:cNvSpPr/>
      </dsp:nvSpPr>
      <dsp:spPr>
        <a:xfrm>
          <a:off x="5541779" y="4576550"/>
          <a:ext cx="889580" cy="564883"/>
        </a:xfrm>
        <a:prstGeom prst="roundRect">
          <a:avLst>
            <a:gd name="adj" fmla="val 10000"/>
          </a:avLst>
        </a:prstGeom>
        <a:solidFill>
          <a:schemeClr val="accent5">
            <a:alpha val="9000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Venenoso: 5</a:t>
          </a:r>
          <a:endParaRPr lang="es-ES" sz="1000" kern="1200" dirty="0"/>
        </a:p>
      </dsp:txBody>
      <dsp:txXfrm>
        <a:off x="5558324" y="4593095"/>
        <a:ext cx="856490" cy="531793"/>
      </dsp:txXfrm>
    </dsp:sp>
    <dsp:sp modelId="{5E1AD244-F982-4006-B92E-C26D5BFFA536}">
      <dsp:nvSpPr>
        <dsp:cNvPr id="0" name=""/>
        <dsp:cNvSpPr/>
      </dsp:nvSpPr>
      <dsp:spPr>
        <a:xfrm>
          <a:off x="6530201" y="4482650"/>
          <a:ext cx="889580" cy="56488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28BBAC-BAF9-469C-A1E4-3F864AEBBB11}">
      <dsp:nvSpPr>
        <dsp:cNvPr id="0" name=""/>
        <dsp:cNvSpPr/>
      </dsp:nvSpPr>
      <dsp:spPr>
        <a:xfrm>
          <a:off x="6629043" y="4576550"/>
          <a:ext cx="889580" cy="564883"/>
        </a:xfrm>
        <a:prstGeom prst="roundRect">
          <a:avLst>
            <a:gd name="adj" fmla="val 10000"/>
          </a:avLst>
        </a:prstGeom>
        <a:solidFill>
          <a:schemeClr val="accent1">
            <a:alpha val="9000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/>
            <a:t>Comestible: 2717</a:t>
          </a:r>
          <a:endParaRPr lang="es-ES" sz="1000" kern="1200" dirty="0"/>
        </a:p>
      </dsp:txBody>
      <dsp:txXfrm>
        <a:off x="6645588" y="4593095"/>
        <a:ext cx="856490" cy="5317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83634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907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64679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70117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1569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90322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s-ES"/>
              <a:t>Haga clic para modificar los estilos de texto del patrón</a:t>
            </a:r>
          </a:p>
          <a:p>
            <a:pPr marL="228600" lvl="1" indent="-228600"/>
            <a:r>
              <a:rPr lang="es-ES"/>
              <a:t>Segundo nivel</a:t>
            </a:r>
          </a:p>
          <a:p>
            <a:pPr marL="228600" lvl="2" indent="-228600"/>
            <a:r>
              <a:rPr lang="es-ES"/>
              <a:t>Tercer nivel</a:t>
            </a:r>
          </a:p>
          <a:p>
            <a:pPr marL="228600" lvl="3" indent="-228600"/>
            <a:r>
              <a:rPr lang="es-ES"/>
              <a:t>Cuarto nivel</a:t>
            </a:r>
          </a:p>
          <a:p>
            <a:pPr marL="228600" lvl="4" indent="-228600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16216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62264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3766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4355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9908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810042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885204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s-E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15956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4433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57998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50949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90363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93870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611193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501045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42658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27630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320931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787222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87300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93755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endParaRPr lang="es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9F13F8AD-EB43-46FD-9750-EE9A0A6410A2}" type="datetimeFigureOut">
              <a:rPr lang="es-ES" smtClean="0"/>
              <a:t>14/10/2026</a:t>
            </a:fld>
            <a:endParaRPr lang="es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1CA9E2A1-C846-4927-8ED2-13303BE71C2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587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C28D8-D795-3CA2-7E5A-7A3B5558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862" y="0"/>
            <a:ext cx="11754338" cy="656491"/>
          </a:xfrm>
        </p:spPr>
        <p:txBody>
          <a:bodyPr>
            <a:normAutofit/>
          </a:bodyPr>
          <a:lstStyle/>
          <a:p>
            <a:pPr algn="just"/>
            <a:r>
              <a:rPr lang="es-CL" sz="2800" dirty="0"/>
              <a:t>Informe producción de hongos </a:t>
            </a:r>
            <a:r>
              <a:rPr lang="es-CL" sz="2800" dirty="0" err="1"/>
              <a:t>mushrooms</a:t>
            </a:r>
            <a:r>
              <a:rPr lang="es-CL" sz="2800" dirty="0"/>
              <a:t> Ltda.</a:t>
            </a:r>
            <a:endParaRPr lang="es-ES" sz="2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7E55ED1-7D0B-22BE-812F-53D6FC39E057}"/>
              </a:ext>
            </a:extLst>
          </p:cNvPr>
          <p:cNvSpPr txBox="1"/>
          <p:nvPr/>
        </p:nvSpPr>
        <p:spPr>
          <a:xfrm>
            <a:off x="132861" y="760996"/>
            <a:ext cx="117543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1200" dirty="0"/>
              <a:t>Bajo el análisis realizado se presenta la caracterización de la producción de hongos en la empresa </a:t>
            </a:r>
            <a:r>
              <a:rPr lang="es-CL" sz="1200" dirty="0" err="1"/>
              <a:t>mushrooms</a:t>
            </a:r>
            <a:r>
              <a:rPr lang="es-CL" sz="1200" dirty="0"/>
              <a:t> Ltda. El </a:t>
            </a:r>
            <a:r>
              <a:rPr lang="es-CL" sz="1200" dirty="0" err="1"/>
              <a:t>dataset</a:t>
            </a:r>
            <a:r>
              <a:rPr lang="es-CL" sz="1200" dirty="0"/>
              <a:t> analizado contempla la producción del periodo </a:t>
            </a:r>
            <a:r>
              <a:rPr lang="es-CL" sz="1200" dirty="0" err="1"/>
              <a:t>dd</a:t>
            </a:r>
            <a:r>
              <a:rPr lang="es-CL" sz="1200" dirty="0"/>
              <a:t>/mm/</a:t>
            </a:r>
            <a:r>
              <a:rPr lang="es-CL" sz="1200" dirty="0" err="1"/>
              <a:t>aaaa</a:t>
            </a:r>
            <a:r>
              <a:rPr lang="es-CL" sz="1200" dirty="0"/>
              <a:t> con un </a:t>
            </a:r>
            <a:r>
              <a:rPr lang="es-CL" sz="1200" b="1" dirty="0"/>
              <a:t>total de 8124</a:t>
            </a:r>
            <a:r>
              <a:rPr lang="es-CL" sz="1200" dirty="0"/>
              <a:t> hongos etiquetados como </a:t>
            </a:r>
            <a:r>
              <a:rPr lang="es-CL" sz="1200" b="1" dirty="0"/>
              <a:t>comestibles – 4208 – o venenosos – 3916</a:t>
            </a:r>
            <a:r>
              <a:rPr lang="es-CL" sz="1200" dirty="0"/>
              <a:t>. El informe presente contempla la caracterización de la producción analizada, los resultados del análisis exploratorio y las recomendaciones de producción.</a:t>
            </a:r>
            <a:endParaRPr lang="es-ES" sz="120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A042006A-A26A-6A17-9B22-3DA1F2DE6557}"/>
              </a:ext>
            </a:extLst>
          </p:cNvPr>
          <p:cNvSpPr/>
          <p:nvPr/>
        </p:nvSpPr>
        <p:spPr>
          <a:xfrm>
            <a:off x="212436" y="1662545"/>
            <a:ext cx="1588655" cy="99493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 anchorCtr="0"/>
          <a:lstStyle/>
          <a:p>
            <a:pPr algn="ctr"/>
            <a:r>
              <a:rPr lang="es-CL" dirty="0">
                <a:solidFill>
                  <a:schemeClr val="bg1"/>
                </a:solidFill>
              </a:rPr>
              <a:t>Comestible</a:t>
            </a:r>
          </a:p>
          <a:p>
            <a:pPr algn="ctr"/>
            <a:r>
              <a:rPr lang="es-CL" dirty="0">
                <a:solidFill>
                  <a:schemeClr val="bg1"/>
                </a:solidFill>
              </a:rPr>
              <a:t>51,7 %</a:t>
            </a:r>
          </a:p>
          <a:p>
            <a:pPr algn="ctr"/>
            <a:r>
              <a:rPr lang="es-CL" sz="1400" dirty="0">
                <a:solidFill>
                  <a:schemeClr val="bg1"/>
                </a:solidFill>
              </a:rPr>
              <a:t>(4208)</a:t>
            </a:r>
            <a:endParaRPr lang="es-ES" sz="1400" dirty="0">
              <a:solidFill>
                <a:schemeClr val="bg1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DC2E46F-2D3D-C366-7E79-9F88776EFFC3}"/>
              </a:ext>
            </a:extLst>
          </p:cNvPr>
          <p:cNvSpPr/>
          <p:nvPr/>
        </p:nvSpPr>
        <p:spPr>
          <a:xfrm>
            <a:off x="1926935" y="1662545"/>
            <a:ext cx="1588655" cy="994930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08000" tIns="108000" rIns="108000" bIns="108000" rtlCol="0" anchor="t" anchorCtr="0"/>
          <a:lstStyle/>
          <a:p>
            <a:pPr algn="ctr"/>
            <a:r>
              <a:rPr lang="es-CL" dirty="0">
                <a:solidFill>
                  <a:schemeClr val="bg1"/>
                </a:solidFill>
              </a:rPr>
              <a:t>Venenoso</a:t>
            </a:r>
          </a:p>
          <a:p>
            <a:pPr algn="ctr"/>
            <a:r>
              <a:rPr lang="es-CL" dirty="0">
                <a:solidFill>
                  <a:schemeClr val="bg1"/>
                </a:solidFill>
              </a:rPr>
              <a:t>48,2 %</a:t>
            </a:r>
          </a:p>
          <a:p>
            <a:pPr algn="ctr"/>
            <a:r>
              <a:rPr lang="es-CL" sz="1400" dirty="0">
                <a:solidFill>
                  <a:schemeClr val="bg1"/>
                </a:solidFill>
              </a:rPr>
              <a:t>(3916)</a:t>
            </a:r>
            <a:endParaRPr lang="es-ES" sz="1400" dirty="0">
              <a:solidFill>
                <a:schemeClr val="bg1"/>
              </a:solidFill>
            </a:endParaRPr>
          </a:p>
        </p:txBody>
      </p:sp>
      <p:graphicFrame>
        <p:nvGraphicFramePr>
          <p:cNvPr id="27" name="Gráfico 26">
            <a:extLst>
              <a:ext uri="{FF2B5EF4-FFF2-40B4-BE49-F238E27FC236}">
                <a16:creationId xmlns:a16="http://schemas.microsoft.com/office/drawing/2014/main" id="{AD3C0CF5-75FB-4515-4811-BB0B2D93EE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4144579"/>
              </p:ext>
            </p:extLst>
          </p:nvPr>
        </p:nvGraphicFramePr>
        <p:xfrm>
          <a:off x="212436" y="2912693"/>
          <a:ext cx="5540664" cy="33261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0" name="Gráfico 29">
            <a:extLst>
              <a:ext uri="{FF2B5EF4-FFF2-40B4-BE49-F238E27FC236}">
                <a16:creationId xmlns:a16="http://schemas.microsoft.com/office/drawing/2014/main" id="{E726E3A2-1416-BF2A-C89E-6D6C69B4F7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2687536"/>
              </p:ext>
            </p:extLst>
          </p:nvPr>
        </p:nvGraphicFramePr>
        <p:xfrm>
          <a:off x="5790337" y="1662545"/>
          <a:ext cx="5772149" cy="45763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903086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0B97F-9531-58D5-C5B2-B5DEBC75E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9FC638-3100-8CA2-660B-4A19B259D3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862" y="0"/>
            <a:ext cx="11754338" cy="656491"/>
          </a:xfrm>
        </p:spPr>
        <p:txBody>
          <a:bodyPr>
            <a:normAutofit/>
          </a:bodyPr>
          <a:lstStyle/>
          <a:p>
            <a:pPr algn="l"/>
            <a:r>
              <a:rPr lang="es-CL" sz="2800" dirty="0"/>
              <a:t>Clasificación de la producción de hongos: comestible vs venenoso.</a:t>
            </a:r>
            <a:endParaRPr lang="es-ES" sz="2800" dirty="0"/>
          </a:p>
        </p:txBody>
      </p:sp>
      <p:graphicFrame>
        <p:nvGraphicFramePr>
          <p:cNvPr id="3" name="Diagrama 2">
            <a:extLst>
              <a:ext uri="{FF2B5EF4-FFF2-40B4-BE49-F238E27FC236}">
                <a16:creationId xmlns:a16="http://schemas.microsoft.com/office/drawing/2014/main" id="{25D0EDEE-2716-3EAA-0C54-6C33E5BDDB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40109203"/>
              </p:ext>
            </p:extLst>
          </p:nvPr>
        </p:nvGraphicFramePr>
        <p:xfrm>
          <a:off x="694239" y="353068"/>
          <a:ext cx="7525238" cy="7153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4ECAE860-A9AD-9CE0-5522-2CCA8DAFE2EF}"/>
              </a:ext>
            </a:extLst>
          </p:cNvPr>
          <p:cNvSpPr txBox="1"/>
          <p:nvPr/>
        </p:nvSpPr>
        <p:spPr>
          <a:xfrm>
            <a:off x="3311331" y="2006710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Sí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C8096A5-A790-E901-BCFF-6DA8CE8F92EB}"/>
              </a:ext>
            </a:extLst>
          </p:cNvPr>
          <p:cNvSpPr txBox="1"/>
          <p:nvPr/>
        </p:nvSpPr>
        <p:spPr>
          <a:xfrm>
            <a:off x="1818184" y="2854209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Sí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2225B4F-1CC5-6AA4-4BBA-F6D93F94B287}"/>
              </a:ext>
            </a:extLst>
          </p:cNvPr>
          <p:cNvSpPr txBox="1"/>
          <p:nvPr/>
        </p:nvSpPr>
        <p:spPr>
          <a:xfrm>
            <a:off x="895193" y="3689691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Sí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D492B1A-8868-F4BE-09AE-D37194D1DFCD}"/>
              </a:ext>
            </a:extLst>
          </p:cNvPr>
          <p:cNvSpPr txBox="1"/>
          <p:nvPr/>
        </p:nvSpPr>
        <p:spPr>
          <a:xfrm>
            <a:off x="3073804" y="3670737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Sí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97F7082-D881-500F-3F17-4AFDA8D1F222}"/>
              </a:ext>
            </a:extLst>
          </p:cNvPr>
          <p:cNvSpPr txBox="1"/>
          <p:nvPr/>
        </p:nvSpPr>
        <p:spPr>
          <a:xfrm>
            <a:off x="4933950" y="2905125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Sí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0A0C9EC1-C257-E3CB-287C-CBADD810F522}"/>
              </a:ext>
            </a:extLst>
          </p:cNvPr>
          <p:cNvSpPr txBox="1"/>
          <p:nvPr/>
        </p:nvSpPr>
        <p:spPr>
          <a:xfrm>
            <a:off x="5963326" y="3951301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Sí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20D5E5C-DE49-79D3-6BF0-41C8D5803393}"/>
              </a:ext>
            </a:extLst>
          </p:cNvPr>
          <p:cNvSpPr txBox="1"/>
          <p:nvPr/>
        </p:nvSpPr>
        <p:spPr>
          <a:xfrm>
            <a:off x="4949464" y="1969623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No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C6FDACAA-E847-FC7B-5F5E-A62F4A888409}"/>
              </a:ext>
            </a:extLst>
          </p:cNvPr>
          <p:cNvSpPr txBox="1"/>
          <p:nvPr/>
        </p:nvSpPr>
        <p:spPr>
          <a:xfrm>
            <a:off x="6161746" y="2905125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No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00B065F-DCDD-1E90-0847-7139CE83713C}"/>
              </a:ext>
            </a:extLst>
          </p:cNvPr>
          <p:cNvSpPr txBox="1"/>
          <p:nvPr/>
        </p:nvSpPr>
        <p:spPr>
          <a:xfrm>
            <a:off x="6922061" y="3668095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No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B198B75-5108-BAD8-81B5-769E8AD8AEC1}"/>
              </a:ext>
            </a:extLst>
          </p:cNvPr>
          <p:cNvSpPr txBox="1"/>
          <p:nvPr/>
        </p:nvSpPr>
        <p:spPr>
          <a:xfrm>
            <a:off x="7780996" y="4564417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No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88EC4548-0751-B090-D869-1209651B70E8}"/>
              </a:ext>
            </a:extLst>
          </p:cNvPr>
          <p:cNvSpPr txBox="1"/>
          <p:nvPr/>
        </p:nvSpPr>
        <p:spPr>
          <a:xfrm>
            <a:off x="5325404" y="4626768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No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1D91AE17-9936-069A-7162-922A2F15EC85}"/>
              </a:ext>
            </a:extLst>
          </p:cNvPr>
          <p:cNvSpPr txBox="1"/>
          <p:nvPr/>
        </p:nvSpPr>
        <p:spPr>
          <a:xfrm>
            <a:off x="4346769" y="3646994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No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66201C2E-3698-2F8D-D3CE-0AE3EE2E1A19}"/>
              </a:ext>
            </a:extLst>
          </p:cNvPr>
          <p:cNvSpPr txBox="1"/>
          <p:nvPr/>
        </p:nvSpPr>
        <p:spPr>
          <a:xfrm>
            <a:off x="3333583" y="2825634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No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8BED489-D2F6-FB67-44BF-40E3384AB3DE}"/>
              </a:ext>
            </a:extLst>
          </p:cNvPr>
          <p:cNvSpPr txBox="1"/>
          <p:nvPr/>
        </p:nvSpPr>
        <p:spPr>
          <a:xfrm>
            <a:off x="2207608" y="3656450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No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8516B1D6-2447-CCFC-7430-D4B59A0C963D}"/>
              </a:ext>
            </a:extLst>
          </p:cNvPr>
          <p:cNvSpPr txBox="1"/>
          <p:nvPr/>
        </p:nvSpPr>
        <p:spPr>
          <a:xfrm>
            <a:off x="6357473" y="4507430"/>
            <a:ext cx="39145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100" dirty="0"/>
              <a:t>Sí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5A357226-2D0C-92E3-61B4-83D9B00DB7A4}"/>
              </a:ext>
            </a:extLst>
          </p:cNvPr>
          <p:cNvSpPr txBox="1"/>
          <p:nvPr/>
        </p:nvSpPr>
        <p:spPr>
          <a:xfrm>
            <a:off x="132861" y="760996"/>
            <a:ext cx="117543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1200" dirty="0"/>
              <a:t>Utilizando el algoritmo </a:t>
            </a:r>
            <a:r>
              <a:rPr lang="es-CL" sz="1200" dirty="0" err="1"/>
              <a:t>Decision</a:t>
            </a:r>
            <a:r>
              <a:rPr lang="es-CL" sz="1200" dirty="0"/>
              <a:t> Tree </a:t>
            </a:r>
            <a:r>
              <a:rPr lang="es-CL" sz="1200" dirty="0" err="1"/>
              <a:t>Classifier</a:t>
            </a:r>
            <a:r>
              <a:rPr lang="es-CL" sz="1200" dirty="0"/>
              <a:t> se identificó que la siguiente jerarquía de características permite identificar correctamente 3280 hongos comestibles sin margen de error y con una perdida de solo 86 hongos al reducir los procesos de producción a 3. El algoritmo se elaboró entrenando al modelo con un 80% de los datos y testeándolo con el 20% restante. El resultado fue sólido ya que </a:t>
            </a:r>
            <a:r>
              <a:rPr lang="es-CL" sz="1200" b="1" dirty="0"/>
              <a:t>identificó correctamente el 100% de los registros </a:t>
            </a:r>
            <a:r>
              <a:rPr lang="es-CL" sz="1200" dirty="0"/>
              <a:t>y estas fueron las reglas desarrolladas.</a:t>
            </a:r>
            <a:endParaRPr lang="es-ES" sz="1200" dirty="0"/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9D4C5346-3421-9F66-B6D2-F5A129FC0E5C}"/>
              </a:ext>
            </a:extLst>
          </p:cNvPr>
          <p:cNvSpPr txBox="1"/>
          <p:nvPr/>
        </p:nvSpPr>
        <p:spPr>
          <a:xfrm>
            <a:off x="9140438" y="1709818"/>
            <a:ext cx="27467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L" sz="1200" dirty="0"/>
              <a:t>El algoritmo utilizó:</a:t>
            </a:r>
          </a:p>
          <a:p>
            <a:pPr marL="171450" indent="-171450" algn="just">
              <a:buFontTx/>
              <a:buChar char="-"/>
            </a:pPr>
            <a:r>
              <a:rPr lang="es-CL" sz="1200" dirty="0"/>
              <a:t>80% de </a:t>
            </a:r>
            <a:r>
              <a:rPr lang="es-CL" sz="1200" dirty="0" err="1"/>
              <a:t>train</a:t>
            </a:r>
            <a:r>
              <a:rPr lang="es-CL" sz="1200" dirty="0"/>
              <a:t>: 6499 datos</a:t>
            </a:r>
          </a:p>
          <a:p>
            <a:pPr marL="628650" lvl="1" indent="-171450" algn="just">
              <a:buFontTx/>
              <a:buChar char="-"/>
            </a:pPr>
            <a:r>
              <a:rPr lang="es-CL" sz="1200" dirty="0"/>
              <a:t>Comestibles: 3366</a:t>
            </a:r>
          </a:p>
          <a:p>
            <a:pPr marL="628650" lvl="1" indent="-171450" algn="just">
              <a:buFontTx/>
              <a:buChar char="-"/>
            </a:pPr>
            <a:r>
              <a:rPr lang="es-CL" sz="1200" dirty="0"/>
              <a:t>Venenosos: 3133</a:t>
            </a:r>
          </a:p>
          <a:p>
            <a:pPr lvl="1" algn="just"/>
            <a:endParaRPr lang="es-CL" sz="1200" dirty="0"/>
          </a:p>
          <a:p>
            <a:pPr marL="171450" indent="-171450" algn="just">
              <a:buFontTx/>
              <a:buChar char="-"/>
            </a:pPr>
            <a:r>
              <a:rPr lang="es-ES" sz="1200" dirty="0"/>
              <a:t>20% de test: 1625 datos</a:t>
            </a:r>
          </a:p>
          <a:p>
            <a:pPr algn="just"/>
            <a:endParaRPr lang="es-ES" sz="1200" dirty="0"/>
          </a:p>
          <a:p>
            <a:pPr algn="just"/>
            <a:r>
              <a:rPr lang="es-ES" sz="1200" dirty="0"/>
              <a:t>Resultados:</a:t>
            </a:r>
          </a:p>
          <a:p>
            <a:pPr marL="171450" indent="-171450" algn="just">
              <a:buFontTx/>
              <a:buChar char="-"/>
            </a:pPr>
            <a:r>
              <a:rPr lang="es-ES" sz="1200" dirty="0"/>
              <a:t>100% de clasificación correcta</a:t>
            </a:r>
          </a:p>
          <a:p>
            <a:pPr marL="171450" indent="-171450" algn="just">
              <a:buFontTx/>
              <a:buChar char="-"/>
            </a:pPr>
            <a:endParaRPr lang="es-ES" sz="1200" dirty="0"/>
          </a:p>
          <a:p>
            <a:pPr marL="171450" indent="-171450" algn="just">
              <a:buFontTx/>
              <a:buChar char="-"/>
            </a:pPr>
            <a:endParaRPr lang="es-ES" sz="1200" dirty="0"/>
          </a:p>
          <a:p>
            <a:pPr algn="just"/>
            <a:r>
              <a:rPr lang="es-ES" sz="1200" dirty="0"/>
              <a:t>Sobre el 80% analizado por el algoritmo:</a:t>
            </a:r>
          </a:p>
          <a:p>
            <a:pPr marL="171450" indent="-171450" algn="just">
              <a:buFontTx/>
              <a:buChar char="-"/>
            </a:pPr>
            <a:r>
              <a:rPr lang="es-ES" sz="1200" dirty="0"/>
              <a:t>3 caminos resumen el 97,4% de los hongos comestibles</a:t>
            </a:r>
          </a:p>
          <a:p>
            <a:pPr marL="171450" indent="-171450" algn="just">
              <a:buFontTx/>
              <a:buChar char="-"/>
            </a:pPr>
            <a:r>
              <a:rPr lang="es-ES" sz="1200" dirty="0"/>
              <a:t>El camino principal rescata el 80,7% de la producción comestible</a:t>
            </a:r>
          </a:p>
          <a:p>
            <a:pPr marL="171450" indent="-171450" algn="just">
              <a:buFontTx/>
              <a:buChar char="-"/>
            </a:pPr>
            <a:r>
              <a:rPr lang="es-ES" sz="1200" dirty="0"/>
              <a:t>Los caminos escogidos eliminan los hongos venenosos de la decisión</a:t>
            </a:r>
          </a:p>
          <a:p>
            <a:pPr marL="171450" indent="-171450" algn="just">
              <a:buFontTx/>
              <a:buChar char="-"/>
            </a:pPr>
            <a:endParaRPr lang="es-ES" sz="1200" dirty="0"/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58E42406-5411-76E7-4A89-DA34C916E419}"/>
              </a:ext>
            </a:extLst>
          </p:cNvPr>
          <p:cNvSpPr/>
          <p:nvPr/>
        </p:nvSpPr>
        <p:spPr>
          <a:xfrm>
            <a:off x="581025" y="5772150"/>
            <a:ext cx="113214" cy="9265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AD57A906-00B4-5F06-DE23-F89FAC70FDB9}"/>
              </a:ext>
            </a:extLst>
          </p:cNvPr>
          <p:cNvSpPr/>
          <p:nvPr/>
        </p:nvSpPr>
        <p:spPr>
          <a:xfrm>
            <a:off x="581025" y="5984298"/>
            <a:ext cx="113214" cy="92652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3ACABEF5-6D46-D197-6BE0-D4FED5A5D92B}"/>
              </a:ext>
            </a:extLst>
          </p:cNvPr>
          <p:cNvSpPr/>
          <p:nvPr/>
        </p:nvSpPr>
        <p:spPr>
          <a:xfrm>
            <a:off x="581025" y="6196446"/>
            <a:ext cx="113214" cy="9265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D9C9B7C-A0F9-3E5F-F820-1996C833994F}"/>
              </a:ext>
            </a:extLst>
          </p:cNvPr>
          <p:cNvSpPr txBox="1"/>
          <p:nvPr/>
        </p:nvSpPr>
        <p:spPr>
          <a:xfrm>
            <a:off x="694239" y="5687671"/>
            <a:ext cx="149912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00" dirty="0"/>
              <a:t>Comestible rescatado</a:t>
            </a:r>
            <a:endParaRPr lang="es-ES" sz="1000" dirty="0"/>
          </a:p>
        </p:txBody>
      </p:sp>
      <p:sp>
        <p:nvSpPr>
          <p:cNvPr id="53" name="CuadroTexto 52">
            <a:extLst>
              <a:ext uri="{FF2B5EF4-FFF2-40B4-BE49-F238E27FC236}">
                <a16:creationId xmlns:a16="http://schemas.microsoft.com/office/drawing/2014/main" id="{09BED463-5501-7959-22FC-8507FCC763EA}"/>
              </a:ext>
            </a:extLst>
          </p:cNvPr>
          <p:cNvSpPr txBox="1"/>
          <p:nvPr/>
        </p:nvSpPr>
        <p:spPr>
          <a:xfrm>
            <a:off x="694239" y="5907513"/>
            <a:ext cx="78579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00" dirty="0"/>
              <a:t>Venenoso</a:t>
            </a:r>
            <a:endParaRPr lang="es-ES" sz="10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D4996204-A2D6-C5E4-E14E-4EEFB520EAED}"/>
              </a:ext>
            </a:extLst>
          </p:cNvPr>
          <p:cNvSpPr txBox="1"/>
          <p:nvPr/>
        </p:nvSpPr>
        <p:spPr>
          <a:xfrm>
            <a:off x="694239" y="6124758"/>
            <a:ext cx="13484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000" dirty="0"/>
              <a:t>Comestible pérdida</a:t>
            </a:r>
            <a:endParaRPr lang="es-ES" sz="1000" dirty="0"/>
          </a:p>
        </p:txBody>
      </p:sp>
    </p:spTree>
    <p:extLst>
      <p:ext uri="{BB962C8B-B14F-4D97-AF65-F5344CB8AC3E}">
        <p14:creationId xmlns:p14="http://schemas.microsoft.com/office/powerpoint/2010/main" val="1426745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B1BE9-7EB5-FB7D-1B58-4E0144B31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8CB625-0772-D556-16BD-CB1B092F2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862" y="0"/>
            <a:ext cx="11754338" cy="656491"/>
          </a:xfrm>
        </p:spPr>
        <p:txBody>
          <a:bodyPr>
            <a:normAutofit/>
          </a:bodyPr>
          <a:lstStyle/>
          <a:p>
            <a:pPr algn="l"/>
            <a:r>
              <a:rPr lang="es-CL" sz="2800"/>
              <a:t>Recomendaciones: heurística de producción</a:t>
            </a:r>
            <a:endParaRPr lang="es-ES" sz="28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232E28B-ECD9-4688-CEA0-58528ABC0666}"/>
              </a:ext>
            </a:extLst>
          </p:cNvPr>
          <p:cNvSpPr txBox="1"/>
          <p:nvPr/>
        </p:nvSpPr>
        <p:spPr>
          <a:xfrm>
            <a:off x="132861" y="760996"/>
            <a:ext cx="114959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200" dirty="0"/>
              <a:t>La producción de hongos en la empresa </a:t>
            </a:r>
            <a:r>
              <a:rPr lang="es-CL" sz="1200" dirty="0" err="1"/>
              <a:t>mushrooms</a:t>
            </a:r>
            <a:r>
              <a:rPr lang="es-CL" sz="1200" dirty="0"/>
              <a:t> Ltda. Se debe guiar bajo la siguiente heurística que permite rescatar hasta el 97% de producción en 3 jerarquías de reglas sencillas que eliminan la presencia de hongos venenosos.</a:t>
            </a:r>
            <a:endParaRPr lang="es-ES" sz="1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41B0D6E-7326-CE45-E6EB-6266561FB229}"/>
              </a:ext>
            </a:extLst>
          </p:cNvPr>
          <p:cNvSpPr txBox="1"/>
          <p:nvPr/>
        </p:nvSpPr>
        <p:spPr>
          <a:xfrm>
            <a:off x="201382" y="1645632"/>
            <a:ext cx="447764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es-CL" sz="1200" dirty="0"/>
              <a:t>Producción del 80%</a:t>
            </a:r>
          </a:p>
          <a:p>
            <a:pPr algn="just"/>
            <a:r>
              <a:rPr lang="es-CL" sz="1200" dirty="0"/>
              <a:t>	1.1. No tiene olor</a:t>
            </a:r>
          </a:p>
          <a:p>
            <a:pPr algn="just"/>
            <a:r>
              <a:rPr lang="es-CL" sz="1200" dirty="0"/>
              <a:t>	1.2. Las esporas no son verdes</a:t>
            </a:r>
          </a:p>
          <a:p>
            <a:pPr algn="just"/>
            <a:r>
              <a:rPr lang="es-CL" sz="1200" dirty="0"/>
              <a:t>	1.3. La superficie bajo anillos no es escamosa</a:t>
            </a:r>
          </a:p>
          <a:p>
            <a:pPr algn="just"/>
            <a:r>
              <a:rPr lang="es-CL" sz="1200" dirty="0"/>
              <a:t>	1.4. No tiene hematomas</a:t>
            </a:r>
          </a:p>
          <a:p>
            <a:pPr algn="just"/>
            <a:endParaRPr lang="es-ES" sz="1200" dirty="0"/>
          </a:p>
          <a:p>
            <a:pPr algn="just"/>
            <a:endParaRPr lang="es-ES" sz="1200" dirty="0"/>
          </a:p>
          <a:p>
            <a:pPr algn="just"/>
            <a:r>
              <a:rPr lang="es-ES" sz="1200" dirty="0"/>
              <a:t>2. Producción del 12%</a:t>
            </a:r>
          </a:p>
          <a:p>
            <a:pPr algn="just"/>
            <a:r>
              <a:rPr lang="es-ES" sz="1200" dirty="0"/>
              <a:t>	2.1. Tiene olor</a:t>
            </a:r>
          </a:p>
          <a:p>
            <a:pPr algn="just"/>
            <a:r>
              <a:rPr lang="es-ES" sz="1200" dirty="0"/>
              <a:t>	2.2. No tiene raíz pie casa</a:t>
            </a:r>
          </a:p>
          <a:p>
            <a:pPr algn="just"/>
            <a:r>
              <a:rPr lang="es-ES" sz="1200" dirty="0"/>
              <a:t>	2.3. Superficie bajo anillo no es suave</a:t>
            </a:r>
          </a:p>
          <a:p>
            <a:pPr algn="just"/>
            <a:endParaRPr lang="es-ES" sz="1200" dirty="0"/>
          </a:p>
          <a:p>
            <a:pPr algn="just"/>
            <a:endParaRPr lang="es-ES" sz="1200" dirty="0"/>
          </a:p>
          <a:p>
            <a:pPr algn="just"/>
            <a:r>
              <a:rPr lang="es-ES" sz="1200" dirty="0"/>
              <a:t>3. Producción del 4.5%</a:t>
            </a:r>
          </a:p>
          <a:p>
            <a:pPr algn="just"/>
            <a:r>
              <a:rPr lang="es-ES" sz="1200" dirty="0"/>
              <a:t>	3.1. Tiene olor</a:t>
            </a:r>
          </a:p>
          <a:p>
            <a:pPr algn="just"/>
            <a:r>
              <a:rPr lang="es-ES" sz="1200" dirty="0"/>
              <a:t>	3.2. Tiene raíz pie casa</a:t>
            </a:r>
          </a:p>
          <a:p>
            <a:pPr algn="just"/>
            <a:r>
              <a:rPr lang="es-ES" sz="1200" dirty="0"/>
              <a:t>	3.3. No tiene raíz pie enraizada </a:t>
            </a:r>
          </a:p>
          <a:p>
            <a:pPr marL="171450" indent="-171450" algn="just">
              <a:buFontTx/>
              <a:buChar char="-"/>
            </a:pPr>
            <a:endParaRPr lang="es-ES" sz="1200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448F9BB0-88AB-3BD4-FAC0-1008BFBC4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365" y="1486824"/>
            <a:ext cx="2905125" cy="2905125"/>
          </a:xfrm>
          <a:prstGeom prst="rect">
            <a:avLst/>
          </a:prstGeom>
        </p:spPr>
      </p:pic>
      <p:pic>
        <p:nvPicPr>
          <p:cNvPr id="21" name="Imagen 20" descr="Edible Mushrooms PNGs for Free Download">
            <a:extLst>
              <a:ext uri="{FF2B5EF4-FFF2-40B4-BE49-F238E27FC236}">
                <a16:creationId xmlns:a16="http://schemas.microsoft.com/office/drawing/2014/main" id="{02E79F33-0A27-D00E-F6DB-7EC20E277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2813" y="1811778"/>
            <a:ext cx="3333750" cy="3333750"/>
          </a:xfrm>
          <a:prstGeom prst="rect">
            <a:avLst/>
          </a:prstGeom>
        </p:spPr>
      </p:pic>
      <p:pic>
        <p:nvPicPr>
          <p:cNvPr id="19" name="Imagen 18" descr="Tres shiitake hongos aislado en transparente fondo, un popular comestible  hongo con un Rico umami sabor 71997719 PNG">
            <a:extLst>
              <a:ext uri="{FF2B5EF4-FFF2-40B4-BE49-F238E27FC236}">
                <a16:creationId xmlns:a16="http://schemas.microsoft.com/office/drawing/2014/main" id="{5E680D02-DB80-8CC2-D75F-FB98FA3CA6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688" y="2327030"/>
            <a:ext cx="3204010" cy="320401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F7A5548-0581-5045-C302-4C26B6D49A3B}"/>
              </a:ext>
            </a:extLst>
          </p:cNvPr>
          <p:cNvSpPr txBox="1"/>
          <p:nvPr/>
        </p:nvSpPr>
        <p:spPr>
          <a:xfrm>
            <a:off x="201382" y="6140413"/>
            <a:ext cx="11754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UCI Machine </a:t>
            </a:r>
            <a:r>
              <a:rPr lang="es-ES" sz="1200" dirty="0" err="1"/>
              <a:t>Learning</a:t>
            </a:r>
            <a:r>
              <a:rPr lang="es-ES" sz="1200" dirty="0"/>
              <a:t>. (s. f.). </a:t>
            </a:r>
            <a:r>
              <a:rPr lang="es-ES" sz="1200" dirty="0" err="1"/>
              <a:t>Mushroom</a:t>
            </a:r>
            <a:r>
              <a:rPr lang="es-ES" sz="1200" dirty="0"/>
              <a:t> </a:t>
            </a:r>
            <a:r>
              <a:rPr lang="es-ES" sz="1200" dirty="0" err="1"/>
              <a:t>classification</a:t>
            </a:r>
            <a:r>
              <a:rPr lang="es-ES" sz="1200" dirty="0"/>
              <a:t> [Conjunto de datos]. </a:t>
            </a:r>
            <a:r>
              <a:rPr lang="es-ES" sz="1200" dirty="0" err="1"/>
              <a:t>Kaggle</a:t>
            </a:r>
            <a:r>
              <a:rPr lang="es-ES" sz="1200" dirty="0"/>
              <a:t>. Recuperado el 14 de octubre de 2026, de https://www.kaggle.com/datasets/uciml/mushroom-classification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CEC861D-6981-5DF8-1D4B-BFEF6DA4490B}"/>
              </a:ext>
            </a:extLst>
          </p:cNvPr>
          <p:cNvSpPr txBox="1"/>
          <p:nvPr/>
        </p:nvSpPr>
        <p:spPr>
          <a:xfrm>
            <a:off x="3048000" y="32462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/>
              <a:t>linkedin.com/in/lopezdiego2024/</a:t>
            </a:r>
          </a:p>
        </p:txBody>
      </p:sp>
    </p:spTree>
    <p:extLst>
      <p:ext uri="{BB962C8B-B14F-4D97-AF65-F5344CB8AC3E}">
        <p14:creationId xmlns:p14="http://schemas.microsoft.com/office/powerpoint/2010/main" val="1937664831"/>
      </p:ext>
    </p:extLst>
  </p:cSld>
  <p:clrMapOvr>
    <a:masterClrMapping/>
  </p:clrMapOvr>
</p:sld>
</file>

<file path=ppt/theme/theme1.xml><?xml version="1.0" encoding="utf-8"?>
<a:theme xmlns:a="http://schemas.openxmlformats.org/drawingml/2006/main" name="Duna">
  <a:themeElements>
    <a:clrScheme name="Amarillo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198</TotalTime>
  <Words>533</Words>
  <Application>Microsoft Office PowerPoint</Application>
  <PresentationFormat>Panorámica</PresentationFormat>
  <Paragraphs>84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Duna</vt:lpstr>
      <vt:lpstr>Informe producción de hongos mushrooms Ltda.</vt:lpstr>
      <vt:lpstr>Clasificación de la producción de hongos: comestible vs venenoso.</vt:lpstr>
      <vt:lpstr>Recomendaciones: heurística de producción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Diego López Gutierrez</dc:creator>
  <cp:lastModifiedBy>Diego López Gutierrez</cp:lastModifiedBy>
  <cp:revision>5</cp:revision>
  <dcterms:created xsi:type="dcterms:W3CDTF">2026-10-04T21:47:57Z</dcterms:created>
  <dcterms:modified xsi:type="dcterms:W3CDTF">2026-10-14T19:09:11Z</dcterms:modified>
</cp:coreProperties>
</file>